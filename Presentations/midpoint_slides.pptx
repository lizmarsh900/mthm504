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
  </p:notesMasterIdLst>
  <p:sldIdLst>
    <p:sldId id="256" r:id="rId2"/>
    <p:sldId id="257" r:id="rId3"/>
    <p:sldId id="260" r:id="rId4"/>
    <p:sldId id="262" r:id="rId5"/>
    <p:sldId id="263"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B818EF-A92C-4179-9082-6F48CC1740DE}" v="17" dt="2026-06-29T14:18:01.9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5932" autoAdjust="0"/>
  </p:normalViewPr>
  <p:slideViewPr>
    <p:cSldViewPr snapToGrid="0">
      <p:cViewPr varScale="1">
        <p:scale>
          <a:sx n="46" d="100"/>
          <a:sy n="46" d="100"/>
        </p:scale>
        <p:origin x="2098"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sh, Liz" userId="b5bbfa31-01ef-4681-bb0b-9984dfbf5bf8" providerId="ADAL" clId="{F8E8203D-0CBE-4A0C-977F-F9026FD56D39}"/>
    <pc:docChg chg="undo custSel addSld delSld modSld">
      <pc:chgData name="Marsh, Liz" userId="b5bbfa31-01ef-4681-bb0b-9984dfbf5bf8" providerId="ADAL" clId="{F8E8203D-0CBE-4A0C-977F-F9026FD56D39}" dt="2026-06-30T12:23:34.657" v="13695" actId="20577"/>
      <pc:docMkLst>
        <pc:docMk/>
      </pc:docMkLst>
      <pc:sldChg chg="addSp delSp modSp mod setBg addAnim modAnim">
        <pc:chgData name="Marsh, Liz" userId="b5bbfa31-01ef-4681-bb0b-9984dfbf5bf8" providerId="ADAL" clId="{F8E8203D-0CBE-4A0C-977F-F9026FD56D39}" dt="2026-06-30T12:13:28.365" v="13634" actId="20577"/>
        <pc:sldMkLst>
          <pc:docMk/>
          <pc:sldMk cId="254394778" sldId="256"/>
        </pc:sldMkLst>
        <pc:spChg chg="mod">
          <ac:chgData name="Marsh, Liz" userId="b5bbfa31-01ef-4681-bb0b-9984dfbf5bf8" providerId="ADAL" clId="{F8E8203D-0CBE-4A0C-977F-F9026FD56D39}" dt="2026-06-30T12:13:28.365" v="13634" actId="20577"/>
          <ac:spMkLst>
            <pc:docMk/>
            <pc:sldMk cId="254394778" sldId="256"/>
            <ac:spMk id="2" creationId="{8A4C3637-70F7-6CFE-03F0-4E0D9FC58C27}"/>
          </ac:spMkLst>
        </pc:spChg>
        <pc:spChg chg="mod">
          <ac:chgData name="Marsh, Liz" userId="b5bbfa31-01ef-4681-bb0b-9984dfbf5bf8" providerId="ADAL" clId="{F8E8203D-0CBE-4A0C-977F-F9026FD56D39}" dt="2026-06-29T13:12:29.603" v="6095" actId="26606"/>
          <ac:spMkLst>
            <pc:docMk/>
            <pc:sldMk cId="254394778" sldId="256"/>
            <ac:spMk id="3" creationId="{09106A01-8DA6-6F03-5DE2-897B84637D11}"/>
          </ac:spMkLst>
        </pc:spChg>
        <pc:spChg chg="add del">
          <ac:chgData name="Marsh, Liz" userId="b5bbfa31-01ef-4681-bb0b-9984dfbf5bf8" providerId="ADAL" clId="{F8E8203D-0CBE-4A0C-977F-F9026FD56D39}" dt="2026-06-29T13:39:50.668" v="6108" actId="26606"/>
          <ac:spMkLst>
            <pc:docMk/>
            <pc:sldMk cId="254394778" sldId="256"/>
            <ac:spMk id="9" creationId="{E58348C3-6249-4952-AA86-C63DB35EA9F2}"/>
          </ac:spMkLst>
        </pc:spChg>
        <pc:spChg chg="add del">
          <ac:chgData name="Marsh, Liz" userId="b5bbfa31-01ef-4681-bb0b-9984dfbf5bf8" providerId="ADAL" clId="{F8E8203D-0CBE-4A0C-977F-F9026FD56D39}" dt="2026-06-29T13:40:26.484" v="6111" actId="26606"/>
          <ac:spMkLst>
            <pc:docMk/>
            <pc:sldMk cId="254394778" sldId="256"/>
            <ac:spMk id="23" creationId="{E58348C3-6249-4952-AA86-C63DB35EA9F2}"/>
          </ac:spMkLst>
        </pc:spChg>
        <pc:spChg chg="add del">
          <ac:chgData name="Marsh, Liz" userId="b5bbfa31-01ef-4681-bb0b-9984dfbf5bf8" providerId="ADAL" clId="{F8E8203D-0CBE-4A0C-977F-F9026FD56D39}" dt="2026-06-29T13:47:14.079" v="6136" actId="26606"/>
          <ac:spMkLst>
            <pc:docMk/>
            <pc:sldMk cId="254394778" sldId="256"/>
            <ac:spMk id="36" creationId="{E58348C3-6249-4952-AA86-C63DB35EA9F2}"/>
          </ac:spMkLst>
        </pc:spChg>
        <pc:spChg chg="add">
          <ac:chgData name="Marsh, Liz" userId="b5bbfa31-01ef-4681-bb0b-9984dfbf5bf8" providerId="ADAL" clId="{F8E8203D-0CBE-4A0C-977F-F9026FD56D39}" dt="2026-06-29T13:47:14.079" v="6136" actId="26606"/>
          <ac:spMkLst>
            <pc:docMk/>
            <pc:sldMk cId="254394778" sldId="256"/>
            <ac:spMk id="48" creationId="{E58348C3-6249-4952-AA86-C63DB35EA9F2}"/>
          </ac:spMkLst>
        </pc:spChg>
        <pc:spChg chg="add del">
          <ac:chgData name="Marsh, Liz" userId="b5bbfa31-01ef-4681-bb0b-9984dfbf5bf8" providerId="ADAL" clId="{F8E8203D-0CBE-4A0C-977F-F9026FD56D39}" dt="2026-06-29T13:45:27.566" v="6127" actId="26606"/>
          <ac:spMkLst>
            <pc:docMk/>
            <pc:sldMk cId="254394778" sldId="256"/>
            <ac:spMk id="49" creationId="{E58348C3-6249-4952-AA86-C63DB35EA9F2}"/>
          </ac:spMkLst>
        </pc:spChg>
        <pc:grpChg chg="add del">
          <ac:chgData name="Marsh, Liz" userId="b5bbfa31-01ef-4681-bb0b-9984dfbf5bf8" providerId="ADAL" clId="{F8E8203D-0CBE-4A0C-977F-F9026FD56D39}" dt="2026-06-29T13:39:50.668" v="6108" actId="26606"/>
          <ac:grpSpMkLst>
            <pc:docMk/>
            <pc:sldMk cId="254394778" sldId="256"/>
            <ac:grpSpMk id="11" creationId="{DE6174AD-DBB0-43E6-98C2-738DB3A15244}"/>
          </ac:grpSpMkLst>
        </pc:grpChg>
        <pc:grpChg chg="add del">
          <ac:chgData name="Marsh, Liz" userId="b5bbfa31-01ef-4681-bb0b-9984dfbf5bf8" providerId="ADAL" clId="{F8E8203D-0CBE-4A0C-977F-F9026FD56D39}" dt="2026-06-29T13:40:26.484" v="6111" actId="26606"/>
          <ac:grpSpMkLst>
            <pc:docMk/>
            <pc:sldMk cId="254394778" sldId="256"/>
            <ac:grpSpMk id="25" creationId="{DE6174AD-DBB0-43E6-98C2-738DB3A15244}"/>
          </ac:grpSpMkLst>
        </pc:grpChg>
        <pc:grpChg chg="add del">
          <ac:chgData name="Marsh, Liz" userId="b5bbfa31-01ef-4681-bb0b-9984dfbf5bf8" providerId="ADAL" clId="{F8E8203D-0CBE-4A0C-977F-F9026FD56D39}" dt="2026-06-29T13:47:14.079" v="6136" actId="26606"/>
          <ac:grpSpMkLst>
            <pc:docMk/>
            <pc:sldMk cId="254394778" sldId="256"/>
            <ac:grpSpMk id="38" creationId="{DE6174AD-DBB0-43E6-98C2-738DB3A15244}"/>
          </ac:grpSpMkLst>
        </pc:grpChg>
        <pc:grpChg chg="add del">
          <ac:chgData name="Marsh, Liz" userId="b5bbfa31-01ef-4681-bb0b-9984dfbf5bf8" providerId="ADAL" clId="{F8E8203D-0CBE-4A0C-977F-F9026FD56D39}" dt="2026-06-29T13:45:27.566" v="6127" actId="26606"/>
          <ac:grpSpMkLst>
            <pc:docMk/>
            <pc:sldMk cId="254394778" sldId="256"/>
            <ac:grpSpMk id="51" creationId="{DE6174AD-DBB0-43E6-98C2-738DB3A15244}"/>
          </ac:grpSpMkLst>
        </pc:grpChg>
        <pc:grpChg chg="add">
          <ac:chgData name="Marsh, Liz" userId="b5bbfa31-01ef-4681-bb0b-9984dfbf5bf8" providerId="ADAL" clId="{F8E8203D-0CBE-4A0C-977F-F9026FD56D39}" dt="2026-06-29T13:47:14.079" v="6136" actId="26606"/>
          <ac:grpSpMkLst>
            <pc:docMk/>
            <pc:sldMk cId="254394778" sldId="256"/>
            <ac:grpSpMk id="53" creationId="{DE6174AD-DBB0-43E6-98C2-738DB3A15244}"/>
          </ac:grpSpMkLst>
        </pc:grpChg>
        <pc:picChg chg="add del">
          <ac:chgData name="Marsh, Liz" userId="b5bbfa31-01ef-4681-bb0b-9984dfbf5bf8" providerId="ADAL" clId="{F8E8203D-0CBE-4A0C-977F-F9026FD56D39}" dt="2026-06-29T13:31:18.369" v="6102" actId="478"/>
          <ac:picMkLst>
            <pc:docMk/>
            <pc:sldMk cId="254394778" sldId="256"/>
            <ac:picMk id="5" creationId="{1D995C0E-8742-2972-2E98-5B32E8DE0645}"/>
          </ac:picMkLst>
        </pc:picChg>
        <pc:picChg chg="add del">
          <ac:chgData name="Marsh, Liz" userId="b5bbfa31-01ef-4681-bb0b-9984dfbf5bf8" providerId="ADAL" clId="{F8E8203D-0CBE-4A0C-977F-F9026FD56D39}" dt="2026-06-29T13:35:04.842" v="6106" actId="478"/>
          <ac:picMkLst>
            <pc:docMk/>
            <pc:sldMk cId="254394778" sldId="256"/>
            <ac:picMk id="6" creationId="{CE236565-521D-67E9-F803-DFD1CA752A5D}"/>
          </ac:picMkLst>
        </pc:picChg>
        <pc:picChg chg="add del">
          <ac:chgData name="Marsh, Liz" userId="b5bbfa31-01ef-4681-bb0b-9984dfbf5bf8" providerId="ADAL" clId="{F8E8203D-0CBE-4A0C-977F-F9026FD56D39}" dt="2026-06-29T13:35:02.711" v="6105" actId="478"/>
          <ac:picMkLst>
            <pc:docMk/>
            <pc:sldMk cId="254394778" sldId="256"/>
            <ac:picMk id="8" creationId="{BD16DD33-8DE1-ECC8-ADBA-F0E199AE6A99}"/>
          </ac:picMkLst>
        </pc:picChg>
        <pc:picChg chg="add del mod">
          <ac:chgData name="Marsh, Liz" userId="b5bbfa31-01ef-4681-bb0b-9984dfbf5bf8" providerId="ADAL" clId="{F8E8203D-0CBE-4A0C-977F-F9026FD56D39}" dt="2026-06-29T13:40:00.288" v="6109" actId="478"/>
          <ac:picMkLst>
            <pc:docMk/>
            <pc:sldMk cId="254394778" sldId="256"/>
            <ac:picMk id="18" creationId="{2566A316-A829-ADF0-1EAF-9DBA1B55FC88}"/>
          </ac:picMkLst>
        </pc:picChg>
        <pc:picChg chg="add del mod">
          <ac:chgData name="Marsh, Liz" userId="b5bbfa31-01ef-4681-bb0b-9984dfbf5bf8" providerId="ADAL" clId="{F8E8203D-0CBE-4A0C-977F-F9026FD56D39}" dt="2026-06-29T13:41:39.208" v="6112" actId="478"/>
          <ac:picMkLst>
            <pc:docMk/>
            <pc:sldMk cId="254394778" sldId="256"/>
            <ac:picMk id="20" creationId="{62DD17B3-19C6-133E-1A1B-304E6F9DA612}"/>
          </ac:picMkLst>
        </pc:picChg>
        <pc:picChg chg="add del mod">
          <ac:chgData name="Marsh, Liz" userId="b5bbfa31-01ef-4681-bb0b-9984dfbf5bf8" providerId="ADAL" clId="{F8E8203D-0CBE-4A0C-977F-F9026FD56D39}" dt="2026-06-29T13:41:49.023" v="6115" actId="478"/>
          <ac:picMkLst>
            <pc:docMk/>
            <pc:sldMk cId="254394778" sldId="256"/>
            <ac:picMk id="22" creationId="{DEA0FCA9-1F51-C7E9-EECB-1D57CF3103A9}"/>
          </ac:picMkLst>
        </pc:picChg>
        <pc:picChg chg="add del">
          <ac:chgData name="Marsh, Liz" userId="b5bbfa31-01ef-4681-bb0b-9984dfbf5bf8" providerId="ADAL" clId="{F8E8203D-0CBE-4A0C-977F-F9026FD56D39}" dt="2026-06-29T13:44:40.617" v="6122" actId="22"/>
          <ac:picMkLst>
            <pc:docMk/>
            <pc:sldMk cId="254394778" sldId="256"/>
            <ac:picMk id="32" creationId="{A55A1243-0570-2485-AB84-5B1E537C4CAF}"/>
          </ac:picMkLst>
        </pc:picChg>
        <pc:picChg chg="add del mod">
          <ac:chgData name="Marsh, Liz" userId="b5bbfa31-01ef-4681-bb0b-9984dfbf5bf8" providerId="ADAL" clId="{F8E8203D-0CBE-4A0C-977F-F9026FD56D39}" dt="2026-06-29T13:45:28.029" v="6128" actId="22"/>
          <ac:picMkLst>
            <pc:docMk/>
            <pc:sldMk cId="254394778" sldId="256"/>
            <ac:picMk id="34" creationId="{EE8B3928-2225-AE13-942D-61FAEE816300}"/>
          </ac:picMkLst>
        </pc:picChg>
        <pc:picChg chg="add del mod">
          <ac:chgData name="Marsh, Liz" userId="b5bbfa31-01ef-4681-bb0b-9984dfbf5bf8" providerId="ADAL" clId="{F8E8203D-0CBE-4A0C-977F-F9026FD56D39}" dt="2026-06-29T13:47:05.449" v="6134" actId="478"/>
          <ac:picMkLst>
            <pc:docMk/>
            <pc:sldMk cId="254394778" sldId="256"/>
            <ac:picMk id="37" creationId="{C126044F-1986-3F15-D895-0F147BC68DD1}"/>
          </ac:picMkLst>
        </pc:picChg>
        <pc:picChg chg="add mod">
          <ac:chgData name="Marsh, Liz" userId="b5bbfa31-01ef-4681-bb0b-9984dfbf5bf8" providerId="ADAL" clId="{F8E8203D-0CBE-4A0C-977F-F9026FD56D39}" dt="2026-06-29T13:47:14.079" v="6136" actId="26606"/>
          <ac:picMkLst>
            <pc:docMk/>
            <pc:sldMk cId="254394778" sldId="256"/>
            <ac:picMk id="46" creationId="{CB651075-DB30-E0DF-823C-BC5630DC1A81}"/>
          </ac:picMkLst>
        </pc:picChg>
      </pc:sldChg>
      <pc:sldChg chg="addSp delSp modSp new mod setBg setClrOvrMap modNotesTx">
        <pc:chgData name="Marsh, Liz" userId="b5bbfa31-01ef-4681-bb0b-9984dfbf5bf8" providerId="ADAL" clId="{F8E8203D-0CBE-4A0C-977F-F9026FD56D39}" dt="2026-06-30T12:19:53.208" v="13656" actId="20577"/>
        <pc:sldMkLst>
          <pc:docMk/>
          <pc:sldMk cId="838897575" sldId="257"/>
        </pc:sldMkLst>
        <pc:spChg chg="mod">
          <ac:chgData name="Marsh, Liz" userId="b5bbfa31-01ef-4681-bb0b-9984dfbf5bf8" providerId="ADAL" clId="{F8E8203D-0CBE-4A0C-977F-F9026FD56D39}" dt="2026-06-29T13:53:47.220" v="6201" actId="26606"/>
          <ac:spMkLst>
            <pc:docMk/>
            <pc:sldMk cId="838897575" sldId="257"/>
            <ac:spMk id="2" creationId="{773A7B6E-C9C2-CEE2-4244-B3A46419885F}"/>
          </ac:spMkLst>
        </pc:spChg>
        <pc:spChg chg="mod">
          <ac:chgData name="Marsh, Liz" userId="b5bbfa31-01ef-4681-bb0b-9984dfbf5bf8" providerId="ADAL" clId="{F8E8203D-0CBE-4A0C-977F-F9026FD56D39}" dt="2026-06-29T14:15:25.153" v="7013" actId="1076"/>
          <ac:spMkLst>
            <pc:docMk/>
            <pc:sldMk cId="838897575" sldId="257"/>
            <ac:spMk id="3" creationId="{D02C9377-CDD5-638C-BFED-751534EF2104}"/>
          </ac:spMkLst>
        </pc:spChg>
        <pc:spChg chg="add del">
          <ac:chgData name="Marsh, Liz" userId="b5bbfa31-01ef-4681-bb0b-9984dfbf5bf8" providerId="ADAL" clId="{F8E8203D-0CBE-4A0C-977F-F9026FD56D39}" dt="2026-06-29T13:53:47.220" v="6201" actId="26606"/>
          <ac:spMkLst>
            <pc:docMk/>
            <pc:sldMk cId="838897575" sldId="257"/>
            <ac:spMk id="8" creationId="{24C41CF4-4A13-4AA9-9300-CB7A2E37C861}"/>
          </ac:spMkLst>
        </pc:spChg>
        <pc:spChg chg="add del">
          <ac:chgData name="Marsh, Liz" userId="b5bbfa31-01ef-4681-bb0b-9984dfbf5bf8" providerId="ADAL" clId="{F8E8203D-0CBE-4A0C-977F-F9026FD56D39}" dt="2026-06-29T13:53:45.188" v="6199" actId="26606"/>
          <ac:spMkLst>
            <pc:docMk/>
            <pc:sldMk cId="838897575" sldId="257"/>
            <ac:spMk id="9" creationId="{2FCD9B94-D70B-4446-85E5-ACD3904289CB}"/>
          </ac:spMkLst>
        </pc:spChg>
        <pc:picChg chg="add del">
          <ac:chgData name="Marsh, Liz" userId="b5bbfa31-01ef-4681-bb0b-9984dfbf5bf8" providerId="ADAL" clId="{F8E8203D-0CBE-4A0C-977F-F9026FD56D39}" dt="2026-06-29T13:53:45.188" v="6199" actId="26606"/>
          <ac:picMkLst>
            <pc:docMk/>
            <pc:sldMk cId="838897575" sldId="257"/>
            <ac:picMk id="5" creationId="{606FC285-40FB-FF0D-F756-8271D3CC4613}"/>
          </ac:picMkLst>
        </pc:picChg>
        <pc:cxnChg chg="add del">
          <ac:chgData name="Marsh, Liz" userId="b5bbfa31-01ef-4681-bb0b-9984dfbf5bf8" providerId="ADAL" clId="{F8E8203D-0CBE-4A0C-977F-F9026FD56D39}" dt="2026-06-29T13:53:47.220" v="6201" actId="26606"/>
          <ac:cxnSpMkLst>
            <pc:docMk/>
            <pc:sldMk cId="838897575" sldId="257"/>
            <ac:cxnSpMk id="10" creationId="{7A77B115-9FF3-46AE-AE08-826DEB9A6246}"/>
          </ac:cxnSpMkLst>
        </pc:cxnChg>
        <pc:cxnChg chg="add del">
          <ac:chgData name="Marsh, Liz" userId="b5bbfa31-01ef-4681-bb0b-9984dfbf5bf8" providerId="ADAL" clId="{F8E8203D-0CBE-4A0C-977F-F9026FD56D39}" dt="2026-06-29T13:53:45.188" v="6199" actId="26606"/>
          <ac:cxnSpMkLst>
            <pc:docMk/>
            <pc:sldMk cId="838897575" sldId="257"/>
            <ac:cxnSpMk id="11" creationId="{3378FF8B-3743-48E1-88E3-F4CADB3DECE5}"/>
          </ac:cxnSpMkLst>
        </pc:cxnChg>
      </pc:sldChg>
      <pc:sldChg chg="addSp delSp modSp new del mod setBg modNotesTx">
        <pc:chgData name="Marsh, Liz" userId="b5bbfa31-01ef-4681-bb0b-9984dfbf5bf8" providerId="ADAL" clId="{F8E8203D-0CBE-4A0C-977F-F9026FD56D39}" dt="2026-06-29T13:48:33.869" v="6172" actId="47"/>
        <pc:sldMkLst>
          <pc:docMk/>
          <pc:sldMk cId="2662551942" sldId="258"/>
        </pc:sldMkLst>
        <pc:spChg chg="mod">
          <ac:chgData name="Marsh, Liz" userId="b5bbfa31-01ef-4681-bb0b-9984dfbf5bf8" providerId="ADAL" clId="{F8E8203D-0CBE-4A0C-977F-F9026FD56D39}" dt="2026-06-29T13:45:29.556" v="6129" actId="26606"/>
          <ac:spMkLst>
            <pc:docMk/>
            <pc:sldMk cId="2662551942" sldId="258"/>
            <ac:spMk id="2" creationId="{A4817189-D98C-19AB-0396-306BAE8C1D68}"/>
          </ac:spMkLst>
        </pc:spChg>
        <pc:spChg chg="mod">
          <ac:chgData name="Marsh, Liz" userId="b5bbfa31-01ef-4681-bb0b-9984dfbf5bf8" providerId="ADAL" clId="{F8E8203D-0CBE-4A0C-977F-F9026FD56D39}" dt="2026-06-29T13:48:02.599" v="6139" actId="21"/>
          <ac:spMkLst>
            <pc:docMk/>
            <pc:sldMk cId="2662551942" sldId="258"/>
            <ac:spMk id="3" creationId="{5C728D47-FBB8-0130-2966-CCC4AE6B1CC6}"/>
          </ac:spMkLst>
        </pc:spChg>
        <pc:spChg chg="add del">
          <ac:chgData name="Marsh, Liz" userId="b5bbfa31-01ef-4681-bb0b-9984dfbf5bf8" providerId="ADAL" clId="{F8E8203D-0CBE-4A0C-977F-F9026FD56D39}" dt="2026-06-29T13:45:29.556" v="6129" actId="26606"/>
          <ac:spMkLst>
            <pc:docMk/>
            <pc:sldMk cId="2662551942" sldId="258"/>
            <ac:spMk id="6" creationId="{85428F22-76B3-4107-AADE-3F9EC95FD325}"/>
          </ac:spMkLst>
        </pc:spChg>
        <pc:spChg chg="add del">
          <ac:chgData name="Marsh, Liz" userId="b5bbfa31-01ef-4681-bb0b-9984dfbf5bf8" providerId="ADAL" clId="{F8E8203D-0CBE-4A0C-977F-F9026FD56D39}" dt="2026-06-29T13:30:36.366" v="6100" actId="26606"/>
          <ac:spMkLst>
            <pc:docMk/>
            <pc:sldMk cId="2662551942" sldId="258"/>
            <ac:spMk id="9" creationId="{85428F22-76B3-4107-AADE-3F9EC95FD325}"/>
          </ac:spMkLst>
        </pc:spChg>
        <pc:grpChg chg="add del">
          <ac:chgData name="Marsh, Liz" userId="b5bbfa31-01ef-4681-bb0b-9984dfbf5bf8" providerId="ADAL" clId="{F8E8203D-0CBE-4A0C-977F-F9026FD56D39}" dt="2026-06-29T13:45:29.556" v="6129" actId="26606"/>
          <ac:grpSpMkLst>
            <pc:docMk/>
            <pc:sldMk cId="2662551942" sldId="258"/>
            <ac:grpSpMk id="7" creationId="{5346FBCF-5353-4172-96F5-4B7EB07777C4}"/>
          </ac:grpSpMkLst>
        </pc:grpChg>
        <pc:grpChg chg="add del">
          <ac:chgData name="Marsh, Liz" userId="b5bbfa31-01ef-4681-bb0b-9984dfbf5bf8" providerId="ADAL" clId="{F8E8203D-0CBE-4A0C-977F-F9026FD56D39}" dt="2026-06-29T13:30:36.366" v="6100" actId="26606"/>
          <ac:grpSpMkLst>
            <pc:docMk/>
            <pc:sldMk cId="2662551942" sldId="258"/>
            <ac:grpSpMk id="11" creationId="{5346FBCF-5353-4172-96F5-4B7EB07777C4}"/>
          </ac:grpSpMkLst>
        </pc:grpChg>
        <pc:grpChg chg="add del">
          <ac:chgData name="Marsh, Liz" userId="b5bbfa31-01ef-4681-bb0b-9984dfbf5bf8" providerId="ADAL" clId="{F8E8203D-0CBE-4A0C-977F-F9026FD56D39}" dt="2026-06-29T13:45:29.556" v="6129" actId="26606"/>
          <ac:grpSpMkLst>
            <pc:docMk/>
            <pc:sldMk cId="2662551942" sldId="258"/>
            <ac:grpSpMk id="14" creationId="{78326E10-C8CB-487F-A110-F861268DE619}"/>
          </ac:grpSpMkLst>
        </pc:grpChg>
        <pc:grpChg chg="add del">
          <ac:chgData name="Marsh, Liz" userId="b5bbfa31-01ef-4681-bb0b-9984dfbf5bf8" providerId="ADAL" clId="{F8E8203D-0CBE-4A0C-977F-F9026FD56D39}" dt="2026-06-29T13:30:36.366" v="6100" actId="26606"/>
          <ac:grpSpMkLst>
            <pc:docMk/>
            <pc:sldMk cId="2662551942" sldId="258"/>
            <ac:grpSpMk id="15" creationId="{78326E10-C8CB-487F-A110-F861268DE619}"/>
          </ac:grpSpMkLst>
        </pc:grpChg>
        <pc:picChg chg="add del">
          <ac:chgData name="Marsh, Liz" userId="b5bbfa31-01ef-4681-bb0b-9984dfbf5bf8" providerId="ADAL" clId="{F8E8203D-0CBE-4A0C-977F-F9026FD56D39}" dt="2026-06-29T13:30:36.366" v="6100" actId="26606"/>
          <ac:picMkLst>
            <pc:docMk/>
            <pc:sldMk cId="2662551942" sldId="258"/>
            <ac:picMk id="5" creationId="{EE8B5EF1-2291-7282-019E-1D17BE0E22DB}"/>
          </ac:picMkLst>
        </pc:picChg>
        <pc:picChg chg="add del mod">
          <ac:chgData name="Marsh, Liz" userId="b5bbfa31-01ef-4681-bb0b-9984dfbf5bf8" providerId="ADAL" clId="{F8E8203D-0CBE-4A0C-977F-F9026FD56D39}" dt="2026-06-29T13:47:28.404" v="6137" actId="478"/>
          <ac:picMkLst>
            <pc:docMk/>
            <pc:sldMk cId="2662551942" sldId="258"/>
            <ac:picMk id="28" creationId="{EE8B5EF1-2291-7282-019E-1D17BE0E22DB}"/>
          </ac:picMkLst>
        </pc:picChg>
      </pc:sldChg>
      <pc:sldChg chg="addSp delSp modSp new del mod setBg delAnim modAnim">
        <pc:chgData name="Marsh, Liz" userId="b5bbfa31-01ef-4681-bb0b-9984dfbf5bf8" providerId="ADAL" clId="{F8E8203D-0CBE-4A0C-977F-F9026FD56D39}" dt="2026-06-29T13:56:52.063" v="6300" actId="47"/>
        <pc:sldMkLst>
          <pc:docMk/>
          <pc:sldMk cId="3255706205" sldId="259"/>
        </pc:sldMkLst>
        <pc:spChg chg="mod">
          <ac:chgData name="Marsh, Liz" userId="b5bbfa31-01ef-4681-bb0b-9984dfbf5bf8" providerId="ADAL" clId="{F8E8203D-0CBE-4A0C-977F-F9026FD56D39}" dt="2026-06-29T13:11:22.753" v="6092" actId="26606"/>
          <ac:spMkLst>
            <pc:docMk/>
            <pc:sldMk cId="3255706205" sldId="259"/>
            <ac:spMk id="2" creationId="{355B4400-C4A9-146A-FBA8-B7C17B9425CF}"/>
          </ac:spMkLst>
        </pc:spChg>
        <pc:spChg chg="del mod ord">
          <ac:chgData name="Marsh, Liz" userId="b5bbfa31-01ef-4681-bb0b-9984dfbf5bf8" providerId="ADAL" clId="{F8E8203D-0CBE-4A0C-977F-F9026FD56D39}" dt="2026-06-29T13:11:22.785" v="6093" actId="26606"/>
          <ac:spMkLst>
            <pc:docMk/>
            <pc:sldMk cId="3255706205" sldId="259"/>
            <ac:spMk id="3" creationId="{F6325FEF-5190-243F-8482-A7A9749F115E}"/>
          </ac:spMkLst>
        </pc:spChg>
        <pc:graphicFrameChg chg="add mod">
          <ac:chgData name="Marsh, Liz" userId="b5bbfa31-01ef-4681-bb0b-9984dfbf5bf8" providerId="ADAL" clId="{F8E8203D-0CBE-4A0C-977F-F9026FD56D39}" dt="2026-06-29T13:55:26.711" v="6204" actId="12"/>
          <ac:graphicFrameMkLst>
            <pc:docMk/>
            <pc:sldMk cId="3255706205" sldId="259"/>
            <ac:graphicFrameMk id="8" creationId="{CAA284B9-1A9C-8652-7DE5-37CFD7D12A5B}"/>
          </ac:graphicFrameMkLst>
        </pc:graphicFrameChg>
        <pc:picChg chg="add del mod modCrop">
          <ac:chgData name="Marsh, Liz" userId="b5bbfa31-01ef-4681-bb0b-9984dfbf5bf8" providerId="ADAL" clId="{F8E8203D-0CBE-4A0C-977F-F9026FD56D39}" dt="2026-06-29T13:15:07.992" v="6098" actId="478"/>
          <ac:picMkLst>
            <pc:docMk/>
            <pc:sldMk cId="3255706205" sldId="259"/>
            <ac:picMk id="5" creationId="{98F6E2BE-40BD-1506-7C89-66B9D3C003B5}"/>
          </ac:picMkLst>
        </pc:picChg>
        <pc:picChg chg="add del mod modCrop">
          <ac:chgData name="Marsh, Liz" userId="b5bbfa31-01ef-4681-bb0b-9984dfbf5bf8" providerId="ADAL" clId="{F8E8203D-0CBE-4A0C-977F-F9026FD56D39}" dt="2026-06-29T12:52:59.740" v="6041" actId="478"/>
          <ac:picMkLst>
            <pc:docMk/>
            <pc:sldMk cId="3255706205" sldId="259"/>
            <ac:picMk id="7" creationId="{04288871-4FB8-BC10-F4CC-902180417343}"/>
          </ac:picMkLst>
        </pc:picChg>
        <pc:picChg chg="add del mod modCrop">
          <ac:chgData name="Marsh, Liz" userId="b5bbfa31-01ef-4681-bb0b-9984dfbf5bf8" providerId="ADAL" clId="{F8E8203D-0CBE-4A0C-977F-F9026FD56D39}" dt="2026-06-29T13:10:42.279" v="6084" actId="21"/>
          <ac:picMkLst>
            <pc:docMk/>
            <pc:sldMk cId="3255706205" sldId="259"/>
            <ac:picMk id="9" creationId="{F740D1BC-36C4-9953-CBA4-5FA1A298679C}"/>
          </ac:picMkLst>
        </pc:picChg>
      </pc:sldChg>
      <pc:sldChg chg="addSp delSp modSp new mod modNotesTx">
        <pc:chgData name="Marsh, Liz" userId="b5bbfa31-01ef-4681-bb0b-9984dfbf5bf8" providerId="ADAL" clId="{F8E8203D-0CBE-4A0C-977F-F9026FD56D39}" dt="2026-06-30T12:21:52.625" v="13672" actId="20577"/>
        <pc:sldMkLst>
          <pc:docMk/>
          <pc:sldMk cId="3201357187" sldId="260"/>
        </pc:sldMkLst>
        <pc:spChg chg="mod">
          <ac:chgData name="Marsh, Liz" userId="b5bbfa31-01ef-4681-bb0b-9984dfbf5bf8" providerId="ADAL" clId="{F8E8203D-0CBE-4A0C-977F-F9026FD56D39}" dt="2026-06-29T13:48:26.530" v="6171" actId="20577"/>
          <ac:spMkLst>
            <pc:docMk/>
            <pc:sldMk cId="3201357187" sldId="260"/>
            <ac:spMk id="2" creationId="{AB816D2B-DA96-5EF9-4552-249936CCF2B0}"/>
          </ac:spMkLst>
        </pc:spChg>
        <pc:spChg chg="del mod">
          <ac:chgData name="Marsh, Liz" userId="b5bbfa31-01ef-4681-bb0b-9984dfbf5bf8" providerId="ADAL" clId="{F8E8203D-0CBE-4A0C-977F-F9026FD56D39}" dt="2026-06-29T13:49:14.059" v="6188" actId="26606"/>
          <ac:spMkLst>
            <pc:docMk/>
            <pc:sldMk cId="3201357187" sldId="260"/>
            <ac:spMk id="3" creationId="{2257D506-DD4B-EAD2-19E1-E1DF67E65994}"/>
          </ac:spMkLst>
        </pc:spChg>
        <pc:graphicFrameChg chg="add modGraphic">
          <ac:chgData name="Marsh, Liz" userId="b5bbfa31-01ef-4681-bb0b-9984dfbf5bf8" providerId="ADAL" clId="{F8E8203D-0CBE-4A0C-977F-F9026FD56D39}" dt="2026-06-29T14:42:22.689" v="10572" actId="20577"/>
          <ac:graphicFrameMkLst>
            <pc:docMk/>
            <pc:sldMk cId="3201357187" sldId="260"/>
            <ac:graphicFrameMk id="5" creationId="{2EFFEC26-3A82-342E-DDD6-DB8108FA12DD}"/>
          </ac:graphicFrameMkLst>
        </pc:graphicFrameChg>
      </pc:sldChg>
      <pc:sldChg chg="addSp delSp modSp new del mod">
        <pc:chgData name="Marsh, Liz" userId="b5bbfa31-01ef-4681-bb0b-9984dfbf5bf8" providerId="ADAL" clId="{F8E8203D-0CBE-4A0C-977F-F9026FD56D39}" dt="2026-06-29T14:03:23.559" v="6790" actId="47"/>
        <pc:sldMkLst>
          <pc:docMk/>
          <pc:sldMk cId="646274227" sldId="261"/>
        </pc:sldMkLst>
        <pc:picChg chg="add mod modCrop">
          <ac:chgData name="Marsh, Liz" userId="b5bbfa31-01ef-4681-bb0b-9984dfbf5bf8" providerId="ADAL" clId="{F8E8203D-0CBE-4A0C-977F-F9026FD56D39}" dt="2026-06-29T13:58:21.745" v="6330" actId="1076"/>
          <ac:picMkLst>
            <pc:docMk/>
            <pc:sldMk cId="646274227" sldId="261"/>
            <ac:picMk id="3" creationId="{7939C5D4-E585-C83D-4C94-48A735F14F2A}"/>
          </ac:picMkLst>
        </pc:picChg>
        <pc:picChg chg="add del mod">
          <ac:chgData name="Marsh, Liz" userId="b5bbfa31-01ef-4681-bb0b-9984dfbf5bf8" providerId="ADAL" clId="{F8E8203D-0CBE-4A0C-977F-F9026FD56D39}" dt="2026-06-29T13:58:20.532" v="6329" actId="478"/>
          <ac:picMkLst>
            <pc:docMk/>
            <pc:sldMk cId="646274227" sldId="261"/>
            <ac:picMk id="5" creationId="{2C6AF8BD-0983-168D-C6E3-C6B522B03718}"/>
          </ac:picMkLst>
        </pc:picChg>
      </pc:sldChg>
      <pc:sldChg chg="addSp delSp modSp new mod modNotesTx">
        <pc:chgData name="Marsh, Liz" userId="b5bbfa31-01ef-4681-bb0b-9984dfbf5bf8" providerId="ADAL" clId="{F8E8203D-0CBE-4A0C-977F-F9026FD56D39}" dt="2026-06-30T12:23:04.778" v="13692" actId="20577"/>
        <pc:sldMkLst>
          <pc:docMk/>
          <pc:sldMk cId="2235741291" sldId="262"/>
        </pc:sldMkLst>
        <pc:spChg chg="mod">
          <ac:chgData name="Marsh, Liz" userId="b5bbfa31-01ef-4681-bb0b-9984dfbf5bf8" providerId="ADAL" clId="{F8E8203D-0CBE-4A0C-977F-F9026FD56D39}" dt="2026-06-29T13:59:21.812" v="6454" actId="20577"/>
          <ac:spMkLst>
            <pc:docMk/>
            <pc:sldMk cId="2235741291" sldId="262"/>
            <ac:spMk id="2" creationId="{8FEB0EB4-4AD0-251C-D78A-17BF24BBC903}"/>
          </ac:spMkLst>
        </pc:spChg>
        <pc:spChg chg="mod">
          <ac:chgData name="Marsh, Liz" userId="b5bbfa31-01ef-4681-bb0b-9984dfbf5bf8" providerId="ADAL" clId="{F8E8203D-0CBE-4A0C-977F-F9026FD56D39}" dt="2026-06-29T14:52:34.389" v="11830" actId="27636"/>
          <ac:spMkLst>
            <pc:docMk/>
            <pc:sldMk cId="2235741291" sldId="262"/>
            <ac:spMk id="3" creationId="{82BCDE50-CD22-9458-74F8-91DE3EB06D12}"/>
          </ac:spMkLst>
        </pc:spChg>
        <pc:picChg chg="add del mod modCrop">
          <ac:chgData name="Marsh, Liz" userId="b5bbfa31-01ef-4681-bb0b-9984dfbf5bf8" providerId="ADAL" clId="{F8E8203D-0CBE-4A0C-977F-F9026FD56D39}" dt="2026-06-29T14:02:25.671" v="6783" actId="478"/>
          <ac:picMkLst>
            <pc:docMk/>
            <pc:sldMk cId="2235741291" sldId="262"/>
            <ac:picMk id="5" creationId="{54CDA8E4-F598-87D8-55F3-F0B31C2173C1}"/>
          </ac:picMkLst>
        </pc:picChg>
        <pc:picChg chg="add mod modCrop">
          <ac:chgData name="Marsh, Liz" userId="b5bbfa31-01ef-4681-bb0b-9984dfbf5bf8" providerId="ADAL" clId="{F8E8203D-0CBE-4A0C-977F-F9026FD56D39}" dt="2026-06-29T14:14:29.930" v="6928" actId="208"/>
          <ac:picMkLst>
            <pc:docMk/>
            <pc:sldMk cId="2235741291" sldId="262"/>
            <ac:picMk id="7" creationId="{9A79EB71-9C88-63A2-6512-2990A48A717E}"/>
          </ac:picMkLst>
        </pc:picChg>
      </pc:sldChg>
      <pc:sldChg chg="new del">
        <pc:chgData name="Marsh, Liz" userId="b5bbfa31-01ef-4681-bb0b-9984dfbf5bf8" providerId="ADAL" clId="{F8E8203D-0CBE-4A0C-977F-F9026FD56D39}" dt="2026-06-29T13:56:10.421" v="6246" actId="47"/>
        <pc:sldMkLst>
          <pc:docMk/>
          <pc:sldMk cId="2967420861" sldId="263"/>
        </pc:sldMkLst>
      </pc:sldChg>
      <pc:sldChg chg="addSp delSp modSp new mod modNotesTx">
        <pc:chgData name="Marsh, Liz" userId="b5bbfa31-01ef-4681-bb0b-9984dfbf5bf8" providerId="ADAL" clId="{F8E8203D-0CBE-4A0C-977F-F9026FD56D39}" dt="2026-06-30T12:23:34.657" v="13695" actId="20577"/>
        <pc:sldMkLst>
          <pc:docMk/>
          <pc:sldMk cId="3182123481" sldId="263"/>
        </pc:sldMkLst>
        <pc:spChg chg="mod">
          <ac:chgData name="Marsh, Liz" userId="b5bbfa31-01ef-4681-bb0b-9984dfbf5bf8" providerId="ADAL" clId="{F8E8203D-0CBE-4A0C-977F-F9026FD56D39}" dt="2026-06-29T13:58:58.281" v="6412" actId="313"/>
          <ac:spMkLst>
            <pc:docMk/>
            <pc:sldMk cId="3182123481" sldId="263"/>
            <ac:spMk id="2" creationId="{F7342073-C685-1BD7-2380-90EB023FB85F}"/>
          </ac:spMkLst>
        </pc:spChg>
        <pc:spChg chg="mod">
          <ac:chgData name="Marsh, Liz" userId="b5bbfa31-01ef-4681-bb0b-9984dfbf5bf8" providerId="ADAL" clId="{F8E8203D-0CBE-4A0C-977F-F9026FD56D39}" dt="2026-06-29T15:48:48.429" v="13484" actId="20577"/>
          <ac:spMkLst>
            <pc:docMk/>
            <pc:sldMk cId="3182123481" sldId="263"/>
            <ac:spMk id="3" creationId="{63896FA7-16D8-5930-90C7-657A25697800}"/>
          </ac:spMkLst>
        </pc:spChg>
        <pc:picChg chg="add del mod modCrop">
          <ac:chgData name="Marsh, Liz" userId="b5bbfa31-01ef-4681-bb0b-9984dfbf5bf8" providerId="ADAL" clId="{F8E8203D-0CBE-4A0C-977F-F9026FD56D39}" dt="2026-06-29T14:12:29.331" v="6915" actId="478"/>
          <ac:picMkLst>
            <pc:docMk/>
            <pc:sldMk cId="3182123481" sldId="263"/>
            <ac:picMk id="5" creationId="{E259B143-77C8-8341-2082-6A6ED9111D52}"/>
          </ac:picMkLst>
        </pc:picChg>
        <pc:picChg chg="add mod modCrop">
          <ac:chgData name="Marsh, Liz" userId="b5bbfa31-01ef-4681-bb0b-9984dfbf5bf8" providerId="ADAL" clId="{F8E8203D-0CBE-4A0C-977F-F9026FD56D39}" dt="2026-06-29T14:13:49.168" v="6927" actId="1076"/>
          <ac:picMkLst>
            <pc:docMk/>
            <pc:sldMk cId="3182123481" sldId="263"/>
            <ac:picMk id="7" creationId="{0198DE39-7E84-DF35-10B4-286FC06BC3D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5620C6-F78E-497B-AA72-49A1947026A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260D153-D74A-451A-A4E9-1B25FCFAFCE5}">
      <dgm:prSet/>
      <dgm:spPr/>
      <dgm:t>
        <a:bodyPr/>
        <a:lstStyle/>
        <a:p>
          <a:r>
            <a:rPr lang="en-US"/>
            <a:t>Relative age effect</a:t>
          </a:r>
        </a:p>
      </dgm:t>
    </dgm:pt>
    <dgm:pt modelId="{EFC735FE-F908-4B57-BCD9-172BC0CAE6C2}" type="parTrans" cxnId="{7F43D1FA-BB68-4804-AA00-5489717DD080}">
      <dgm:prSet/>
      <dgm:spPr/>
      <dgm:t>
        <a:bodyPr/>
        <a:lstStyle/>
        <a:p>
          <a:endParaRPr lang="en-US"/>
        </a:p>
      </dgm:t>
    </dgm:pt>
    <dgm:pt modelId="{1B56855F-451D-4BAF-9404-3FE9CE721563}" type="sibTrans" cxnId="{7F43D1FA-BB68-4804-AA00-5489717DD080}">
      <dgm:prSet/>
      <dgm:spPr/>
      <dgm:t>
        <a:bodyPr/>
        <a:lstStyle/>
        <a:p>
          <a:endParaRPr lang="en-US"/>
        </a:p>
      </dgm:t>
    </dgm:pt>
    <dgm:pt modelId="{A0DF159F-AA14-41F6-B45B-C1455ED2B162}">
      <dgm:prSet/>
      <dgm:spPr/>
      <dgm:t>
        <a:bodyPr/>
        <a:lstStyle/>
        <a:p>
          <a:r>
            <a:rPr lang="en-GB"/>
            <a:t>Large amount of talent identification literature focuses on this effect</a:t>
          </a:r>
          <a:endParaRPr lang="en-US"/>
        </a:p>
      </dgm:t>
    </dgm:pt>
    <dgm:pt modelId="{99920F28-67B6-48DA-A04B-3BC84B3BF58B}" type="parTrans" cxnId="{1C9DC353-C1C7-4E2D-9447-21E4BBA8C0BA}">
      <dgm:prSet/>
      <dgm:spPr/>
      <dgm:t>
        <a:bodyPr/>
        <a:lstStyle/>
        <a:p>
          <a:endParaRPr lang="en-US"/>
        </a:p>
      </dgm:t>
    </dgm:pt>
    <dgm:pt modelId="{522047AE-05D8-405E-8D43-2B9367A8E545}" type="sibTrans" cxnId="{1C9DC353-C1C7-4E2D-9447-21E4BBA8C0BA}">
      <dgm:prSet/>
      <dgm:spPr/>
      <dgm:t>
        <a:bodyPr/>
        <a:lstStyle/>
        <a:p>
          <a:endParaRPr lang="en-US"/>
        </a:p>
      </dgm:t>
    </dgm:pt>
    <dgm:pt modelId="{B238C60B-180F-4E6B-91EC-0369DFC52F31}">
      <dgm:prSet/>
      <dgm:spPr/>
      <dgm:t>
        <a:bodyPr/>
        <a:lstStyle/>
        <a:p>
          <a:r>
            <a:rPr lang="en-US"/>
            <a:t>Young sportspeople born towards the start of a selection year more likely to be selected due to increased maturity (e.g. Sedeaud et al., 2025)</a:t>
          </a:r>
        </a:p>
      </dgm:t>
    </dgm:pt>
    <dgm:pt modelId="{9E0E365A-367E-42AE-B02B-62BCBBF06AB4}" type="parTrans" cxnId="{D19DE79F-A04A-40B5-AD39-7D8AEE07A0FD}">
      <dgm:prSet/>
      <dgm:spPr/>
      <dgm:t>
        <a:bodyPr/>
        <a:lstStyle/>
        <a:p>
          <a:endParaRPr lang="en-US"/>
        </a:p>
      </dgm:t>
    </dgm:pt>
    <dgm:pt modelId="{512CE3C4-179C-4129-9CE6-0F479BDC24DC}" type="sibTrans" cxnId="{D19DE79F-A04A-40B5-AD39-7D8AEE07A0FD}">
      <dgm:prSet/>
      <dgm:spPr/>
      <dgm:t>
        <a:bodyPr/>
        <a:lstStyle/>
        <a:p>
          <a:endParaRPr lang="en-US"/>
        </a:p>
      </dgm:t>
    </dgm:pt>
    <dgm:pt modelId="{9E36B486-7616-45A1-8A8D-86F2919D2CDF}">
      <dgm:prSet/>
      <dgm:spPr/>
      <dgm:t>
        <a:bodyPr/>
        <a:lstStyle/>
        <a:p>
          <a:r>
            <a:rPr lang="en-GB"/>
            <a:t>Geographical representativeness</a:t>
          </a:r>
          <a:endParaRPr lang="en-US"/>
        </a:p>
      </dgm:t>
    </dgm:pt>
    <dgm:pt modelId="{F8B2922A-3190-4A4C-9CD5-43481889F192}" type="parTrans" cxnId="{BE6EF5C4-CF63-4067-A6D4-1D8E7BBF9E7F}">
      <dgm:prSet/>
      <dgm:spPr/>
      <dgm:t>
        <a:bodyPr/>
        <a:lstStyle/>
        <a:p>
          <a:endParaRPr lang="en-US"/>
        </a:p>
      </dgm:t>
    </dgm:pt>
    <dgm:pt modelId="{E956282E-4707-4186-B073-3ACBA2C80043}" type="sibTrans" cxnId="{BE6EF5C4-CF63-4067-A6D4-1D8E7BBF9E7F}">
      <dgm:prSet/>
      <dgm:spPr/>
      <dgm:t>
        <a:bodyPr/>
        <a:lstStyle/>
        <a:p>
          <a:endParaRPr lang="en-US"/>
        </a:p>
      </dgm:t>
    </dgm:pt>
    <dgm:pt modelId="{B59016DE-6436-4374-ABC9-2C3A299FD6C4}">
      <dgm:prSet/>
      <dgm:spPr/>
      <dgm:t>
        <a:bodyPr/>
        <a:lstStyle/>
        <a:p>
          <a:r>
            <a:rPr lang="en-GB"/>
            <a:t>Of interest to those at EA, particularly due to changing geography of YTP centres</a:t>
          </a:r>
          <a:endParaRPr lang="en-US"/>
        </a:p>
      </dgm:t>
    </dgm:pt>
    <dgm:pt modelId="{5732D5A3-6D41-4BED-A0DC-0D67830B84E8}" type="parTrans" cxnId="{02020EC3-0C80-49C6-A115-E0944BCA3DF6}">
      <dgm:prSet/>
      <dgm:spPr/>
      <dgm:t>
        <a:bodyPr/>
        <a:lstStyle/>
        <a:p>
          <a:endParaRPr lang="en-US"/>
        </a:p>
      </dgm:t>
    </dgm:pt>
    <dgm:pt modelId="{4FA91149-EE0F-4C0D-AFC6-19A873D952CC}" type="sibTrans" cxnId="{02020EC3-0C80-49C6-A115-E0944BCA3DF6}">
      <dgm:prSet/>
      <dgm:spPr/>
      <dgm:t>
        <a:bodyPr/>
        <a:lstStyle/>
        <a:p>
          <a:endParaRPr lang="en-US"/>
        </a:p>
      </dgm:t>
    </dgm:pt>
    <dgm:pt modelId="{3994E1E7-45BA-4EBA-974E-3809880749A4}">
      <dgm:prSet/>
      <dgm:spPr/>
      <dgm:t>
        <a:bodyPr/>
        <a:lstStyle/>
        <a:p>
          <a:r>
            <a:rPr lang="en-GB"/>
            <a:t>New dataset so this unexplored previously in literature</a:t>
          </a:r>
          <a:endParaRPr lang="en-US"/>
        </a:p>
      </dgm:t>
    </dgm:pt>
    <dgm:pt modelId="{84300C28-CBC0-4241-B24C-5D06561FA548}" type="parTrans" cxnId="{C1D9FC84-CFDE-4DB6-9C1F-B1C5592EB5FA}">
      <dgm:prSet/>
      <dgm:spPr/>
      <dgm:t>
        <a:bodyPr/>
        <a:lstStyle/>
        <a:p>
          <a:endParaRPr lang="en-US"/>
        </a:p>
      </dgm:t>
    </dgm:pt>
    <dgm:pt modelId="{5454886C-6328-466A-8C10-CE70A4B02238}" type="sibTrans" cxnId="{C1D9FC84-CFDE-4DB6-9C1F-B1C5592EB5FA}">
      <dgm:prSet/>
      <dgm:spPr/>
      <dgm:t>
        <a:bodyPr/>
        <a:lstStyle/>
        <a:p>
          <a:endParaRPr lang="en-US"/>
        </a:p>
      </dgm:t>
    </dgm:pt>
    <dgm:pt modelId="{1A6A1B46-96F4-48D0-BB3B-101ECB7D2442}">
      <dgm:prSet/>
      <dgm:spPr/>
      <dgm:t>
        <a:bodyPr/>
        <a:lstStyle/>
        <a:p>
          <a:r>
            <a:rPr lang="en-GB"/>
            <a:t>Gender bias</a:t>
          </a:r>
          <a:endParaRPr lang="en-US"/>
        </a:p>
      </dgm:t>
    </dgm:pt>
    <dgm:pt modelId="{9486BEF7-7CFA-4459-936D-FC6C9FEF666D}" type="parTrans" cxnId="{23B5AD86-7EB2-4C7E-8E0F-49DA695C32B2}">
      <dgm:prSet/>
      <dgm:spPr/>
      <dgm:t>
        <a:bodyPr/>
        <a:lstStyle/>
        <a:p>
          <a:endParaRPr lang="en-US"/>
        </a:p>
      </dgm:t>
    </dgm:pt>
    <dgm:pt modelId="{19D826B7-DDBD-44C0-821C-A8F8E67F5685}" type="sibTrans" cxnId="{23B5AD86-7EB2-4C7E-8E0F-49DA695C32B2}">
      <dgm:prSet/>
      <dgm:spPr/>
      <dgm:t>
        <a:bodyPr/>
        <a:lstStyle/>
        <a:p>
          <a:endParaRPr lang="en-US"/>
        </a:p>
      </dgm:t>
    </dgm:pt>
    <dgm:pt modelId="{BC1BEA62-9EA2-440A-8F50-48BFB48D346E}">
      <dgm:prSet/>
      <dgm:spPr/>
      <dgm:t>
        <a:bodyPr/>
        <a:lstStyle/>
        <a:p>
          <a:r>
            <a:rPr lang="en-GB"/>
            <a:t>Not particularly well studied due to usual separation of male and female sports teams and underrepresentation of girls in talent identification literature (Curran et al., 2019)</a:t>
          </a:r>
          <a:endParaRPr lang="en-US"/>
        </a:p>
      </dgm:t>
    </dgm:pt>
    <dgm:pt modelId="{0CB8D4EE-5795-444B-BF8C-701306CE1050}" type="parTrans" cxnId="{02E89AAC-121D-48F6-AD6D-7C5276E37872}">
      <dgm:prSet/>
      <dgm:spPr/>
      <dgm:t>
        <a:bodyPr/>
        <a:lstStyle/>
        <a:p>
          <a:endParaRPr lang="en-US"/>
        </a:p>
      </dgm:t>
    </dgm:pt>
    <dgm:pt modelId="{4A073BB2-824D-4EBA-B5CD-D5C5F6EBE036}" type="sibTrans" cxnId="{02E89AAC-121D-48F6-AD6D-7C5276E37872}">
      <dgm:prSet/>
      <dgm:spPr/>
      <dgm:t>
        <a:bodyPr/>
        <a:lstStyle/>
        <a:p>
          <a:endParaRPr lang="en-US"/>
        </a:p>
      </dgm:t>
    </dgm:pt>
    <dgm:pt modelId="{1CFF3B3E-3F32-49EC-9D3B-D41C138342FB}">
      <dgm:prSet/>
      <dgm:spPr/>
      <dgm:t>
        <a:bodyPr/>
        <a:lstStyle/>
        <a:p>
          <a:r>
            <a:rPr lang="en-GB" dirty="0"/>
            <a:t>The YTP does not separate by gender and doesn’t necessarily fill quotas during selection</a:t>
          </a:r>
          <a:endParaRPr lang="en-US" dirty="0"/>
        </a:p>
      </dgm:t>
    </dgm:pt>
    <dgm:pt modelId="{53D48EB2-8152-45C3-8074-3D5DBC8B5028}" type="parTrans" cxnId="{702B603E-1B64-4D74-BE25-26CD85232D69}">
      <dgm:prSet/>
      <dgm:spPr/>
      <dgm:t>
        <a:bodyPr/>
        <a:lstStyle/>
        <a:p>
          <a:endParaRPr lang="en-US"/>
        </a:p>
      </dgm:t>
    </dgm:pt>
    <dgm:pt modelId="{DCC3DEED-6031-4E0B-B23E-FAA462869654}" type="sibTrans" cxnId="{702B603E-1B64-4D74-BE25-26CD85232D69}">
      <dgm:prSet/>
      <dgm:spPr/>
      <dgm:t>
        <a:bodyPr/>
        <a:lstStyle/>
        <a:p>
          <a:endParaRPr lang="en-US"/>
        </a:p>
      </dgm:t>
    </dgm:pt>
    <dgm:pt modelId="{3F4DA4E8-BAB8-440A-B227-B4E9052A8EEA}" type="pres">
      <dgm:prSet presAssocID="{1C5620C6-F78E-497B-AA72-49A1947026AA}" presName="Name0" presStyleCnt="0">
        <dgm:presLayoutVars>
          <dgm:dir/>
          <dgm:animLvl val="lvl"/>
          <dgm:resizeHandles val="exact"/>
        </dgm:presLayoutVars>
      </dgm:prSet>
      <dgm:spPr/>
    </dgm:pt>
    <dgm:pt modelId="{A45264E6-9209-45C6-948F-7AF7EDB8F3E4}" type="pres">
      <dgm:prSet presAssocID="{6260D153-D74A-451A-A4E9-1B25FCFAFCE5}" presName="linNode" presStyleCnt="0"/>
      <dgm:spPr/>
    </dgm:pt>
    <dgm:pt modelId="{9CA33FEF-AD52-47BE-9858-02B5D92993AC}" type="pres">
      <dgm:prSet presAssocID="{6260D153-D74A-451A-A4E9-1B25FCFAFCE5}" presName="parentText" presStyleLbl="node1" presStyleIdx="0" presStyleCnt="3">
        <dgm:presLayoutVars>
          <dgm:chMax val="1"/>
          <dgm:bulletEnabled val="1"/>
        </dgm:presLayoutVars>
      </dgm:prSet>
      <dgm:spPr/>
    </dgm:pt>
    <dgm:pt modelId="{A51BE45D-5E22-4ED1-93CB-254AECA0F784}" type="pres">
      <dgm:prSet presAssocID="{6260D153-D74A-451A-A4E9-1B25FCFAFCE5}" presName="descendantText" presStyleLbl="alignAccFollowNode1" presStyleIdx="0" presStyleCnt="3">
        <dgm:presLayoutVars>
          <dgm:bulletEnabled val="1"/>
        </dgm:presLayoutVars>
      </dgm:prSet>
      <dgm:spPr/>
    </dgm:pt>
    <dgm:pt modelId="{9BC26A4C-4AF4-4365-9864-0048EE4A7820}" type="pres">
      <dgm:prSet presAssocID="{1B56855F-451D-4BAF-9404-3FE9CE721563}" presName="sp" presStyleCnt="0"/>
      <dgm:spPr/>
    </dgm:pt>
    <dgm:pt modelId="{80B986BA-0B50-40AC-90F7-1B0A72ACB91A}" type="pres">
      <dgm:prSet presAssocID="{9E36B486-7616-45A1-8A8D-86F2919D2CDF}" presName="linNode" presStyleCnt="0"/>
      <dgm:spPr/>
    </dgm:pt>
    <dgm:pt modelId="{B87D9DD7-F5B0-4F39-9490-5F9D8354E2E6}" type="pres">
      <dgm:prSet presAssocID="{9E36B486-7616-45A1-8A8D-86F2919D2CDF}" presName="parentText" presStyleLbl="node1" presStyleIdx="1" presStyleCnt="3">
        <dgm:presLayoutVars>
          <dgm:chMax val="1"/>
          <dgm:bulletEnabled val="1"/>
        </dgm:presLayoutVars>
      </dgm:prSet>
      <dgm:spPr/>
    </dgm:pt>
    <dgm:pt modelId="{6276D50B-527F-4B7A-A9EF-041DA7C9C1E7}" type="pres">
      <dgm:prSet presAssocID="{9E36B486-7616-45A1-8A8D-86F2919D2CDF}" presName="descendantText" presStyleLbl="alignAccFollowNode1" presStyleIdx="1" presStyleCnt="3">
        <dgm:presLayoutVars>
          <dgm:bulletEnabled val="1"/>
        </dgm:presLayoutVars>
      </dgm:prSet>
      <dgm:spPr/>
    </dgm:pt>
    <dgm:pt modelId="{E531B195-93A7-4148-88D2-0F6F4C95471B}" type="pres">
      <dgm:prSet presAssocID="{E956282E-4707-4186-B073-3ACBA2C80043}" presName="sp" presStyleCnt="0"/>
      <dgm:spPr/>
    </dgm:pt>
    <dgm:pt modelId="{0227172E-A2D9-43F2-9B17-76526338D169}" type="pres">
      <dgm:prSet presAssocID="{1A6A1B46-96F4-48D0-BB3B-101ECB7D2442}" presName="linNode" presStyleCnt="0"/>
      <dgm:spPr/>
    </dgm:pt>
    <dgm:pt modelId="{AF23ACBC-66EF-4728-AE75-EF7B62B917C4}" type="pres">
      <dgm:prSet presAssocID="{1A6A1B46-96F4-48D0-BB3B-101ECB7D2442}" presName="parentText" presStyleLbl="node1" presStyleIdx="2" presStyleCnt="3">
        <dgm:presLayoutVars>
          <dgm:chMax val="1"/>
          <dgm:bulletEnabled val="1"/>
        </dgm:presLayoutVars>
      </dgm:prSet>
      <dgm:spPr/>
    </dgm:pt>
    <dgm:pt modelId="{C7B9ABD2-89E4-4581-B832-95DAE8E18FB7}" type="pres">
      <dgm:prSet presAssocID="{1A6A1B46-96F4-48D0-BB3B-101ECB7D2442}" presName="descendantText" presStyleLbl="alignAccFollowNode1" presStyleIdx="2" presStyleCnt="3">
        <dgm:presLayoutVars>
          <dgm:bulletEnabled val="1"/>
        </dgm:presLayoutVars>
      </dgm:prSet>
      <dgm:spPr/>
    </dgm:pt>
  </dgm:ptLst>
  <dgm:cxnLst>
    <dgm:cxn modelId="{10509721-1077-45DD-9538-F3A71638100A}" type="presOf" srcId="{9E36B486-7616-45A1-8A8D-86F2919D2CDF}" destId="{B87D9DD7-F5B0-4F39-9490-5F9D8354E2E6}" srcOrd="0" destOrd="0" presId="urn:microsoft.com/office/officeart/2005/8/layout/vList5"/>
    <dgm:cxn modelId="{702B603E-1B64-4D74-BE25-26CD85232D69}" srcId="{1A6A1B46-96F4-48D0-BB3B-101ECB7D2442}" destId="{1CFF3B3E-3F32-49EC-9D3B-D41C138342FB}" srcOrd="1" destOrd="0" parTransId="{53D48EB2-8152-45C3-8074-3D5DBC8B5028}" sibTransId="{DCC3DEED-6031-4E0B-B23E-FAA462869654}"/>
    <dgm:cxn modelId="{1C9DC353-C1C7-4E2D-9447-21E4BBA8C0BA}" srcId="{6260D153-D74A-451A-A4E9-1B25FCFAFCE5}" destId="{A0DF159F-AA14-41F6-B45B-C1455ED2B162}" srcOrd="0" destOrd="0" parTransId="{99920F28-67B6-48DA-A04B-3BC84B3BF58B}" sibTransId="{522047AE-05D8-405E-8D43-2B9367A8E545}"/>
    <dgm:cxn modelId="{65C8E876-6016-48EB-BE8A-1CD97947EAF7}" type="presOf" srcId="{1C5620C6-F78E-497B-AA72-49A1947026AA}" destId="{3F4DA4E8-BAB8-440A-B227-B4E9052A8EEA}" srcOrd="0" destOrd="0" presId="urn:microsoft.com/office/officeart/2005/8/layout/vList5"/>
    <dgm:cxn modelId="{2276B17D-870D-4D88-9B38-2C121DF9EA14}" type="presOf" srcId="{B59016DE-6436-4374-ABC9-2C3A299FD6C4}" destId="{6276D50B-527F-4B7A-A9EF-041DA7C9C1E7}" srcOrd="0" destOrd="0" presId="urn:microsoft.com/office/officeart/2005/8/layout/vList5"/>
    <dgm:cxn modelId="{C1D9FC84-CFDE-4DB6-9C1F-B1C5592EB5FA}" srcId="{9E36B486-7616-45A1-8A8D-86F2919D2CDF}" destId="{3994E1E7-45BA-4EBA-974E-3809880749A4}" srcOrd="1" destOrd="0" parTransId="{84300C28-CBC0-4241-B24C-5D06561FA548}" sibTransId="{5454886C-6328-466A-8C10-CE70A4B02238}"/>
    <dgm:cxn modelId="{23B5AD86-7EB2-4C7E-8E0F-49DA695C32B2}" srcId="{1C5620C6-F78E-497B-AA72-49A1947026AA}" destId="{1A6A1B46-96F4-48D0-BB3B-101ECB7D2442}" srcOrd="2" destOrd="0" parTransId="{9486BEF7-7CFA-4459-936D-FC6C9FEF666D}" sibTransId="{19D826B7-DDBD-44C0-821C-A8F8E67F5685}"/>
    <dgm:cxn modelId="{C22BC690-B31B-437E-AE6E-39868508378B}" type="presOf" srcId="{1A6A1B46-96F4-48D0-BB3B-101ECB7D2442}" destId="{AF23ACBC-66EF-4728-AE75-EF7B62B917C4}" srcOrd="0" destOrd="0" presId="urn:microsoft.com/office/officeart/2005/8/layout/vList5"/>
    <dgm:cxn modelId="{04B1E59E-88EC-46C1-84D1-CFCD8D4035CE}" type="presOf" srcId="{6260D153-D74A-451A-A4E9-1B25FCFAFCE5}" destId="{9CA33FEF-AD52-47BE-9858-02B5D92993AC}" srcOrd="0" destOrd="0" presId="urn:microsoft.com/office/officeart/2005/8/layout/vList5"/>
    <dgm:cxn modelId="{D19DE79F-A04A-40B5-AD39-7D8AEE07A0FD}" srcId="{6260D153-D74A-451A-A4E9-1B25FCFAFCE5}" destId="{B238C60B-180F-4E6B-91EC-0369DFC52F31}" srcOrd="1" destOrd="0" parTransId="{9E0E365A-367E-42AE-B02B-62BCBBF06AB4}" sibTransId="{512CE3C4-179C-4129-9CE6-0F479BDC24DC}"/>
    <dgm:cxn modelId="{025D92A0-CB2B-476C-8333-7FE87EB6F455}" type="presOf" srcId="{1CFF3B3E-3F32-49EC-9D3B-D41C138342FB}" destId="{C7B9ABD2-89E4-4581-B832-95DAE8E18FB7}" srcOrd="0" destOrd="1" presId="urn:microsoft.com/office/officeart/2005/8/layout/vList5"/>
    <dgm:cxn modelId="{088EEBA9-0751-4069-8BDF-46F3210D9134}" type="presOf" srcId="{3994E1E7-45BA-4EBA-974E-3809880749A4}" destId="{6276D50B-527F-4B7A-A9EF-041DA7C9C1E7}" srcOrd="0" destOrd="1" presId="urn:microsoft.com/office/officeart/2005/8/layout/vList5"/>
    <dgm:cxn modelId="{02E89AAC-121D-48F6-AD6D-7C5276E37872}" srcId="{1A6A1B46-96F4-48D0-BB3B-101ECB7D2442}" destId="{BC1BEA62-9EA2-440A-8F50-48BFB48D346E}" srcOrd="0" destOrd="0" parTransId="{0CB8D4EE-5795-444B-BF8C-701306CE1050}" sibTransId="{4A073BB2-824D-4EBA-B5CD-D5C5F6EBE036}"/>
    <dgm:cxn modelId="{C1C471B5-CEDD-4E27-B99B-7B110733F13D}" type="presOf" srcId="{BC1BEA62-9EA2-440A-8F50-48BFB48D346E}" destId="{C7B9ABD2-89E4-4581-B832-95DAE8E18FB7}" srcOrd="0" destOrd="0" presId="urn:microsoft.com/office/officeart/2005/8/layout/vList5"/>
    <dgm:cxn modelId="{02020EC3-0C80-49C6-A115-E0944BCA3DF6}" srcId="{9E36B486-7616-45A1-8A8D-86F2919D2CDF}" destId="{B59016DE-6436-4374-ABC9-2C3A299FD6C4}" srcOrd="0" destOrd="0" parTransId="{5732D5A3-6D41-4BED-A0DC-0D67830B84E8}" sibTransId="{4FA91149-EE0F-4C0D-AFC6-19A873D952CC}"/>
    <dgm:cxn modelId="{BE6EF5C4-CF63-4067-A6D4-1D8E7BBF9E7F}" srcId="{1C5620C6-F78E-497B-AA72-49A1947026AA}" destId="{9E36B486-7616-45A1-8A8D-86F2919D2CDF}" srcOrd="1" destOrd="0" parTransId="{F8B2922A-3190-4A4C-9CD5-43481889F192}" sibTransId="{E956282E-4707-4186-B073-3ACBA2C80043}"/>
    <dgm:cxn modelId="{A62988D3-1479-44FD-98AD-EB6FF15D4538}" type="presOf" srcId="{B238C60B-180F-4E6B-91EC-0369DFC52F31}" destId="{A51BE45D-5E22-4ED1-93CB-254AECA0F784}" srcOrd="0" destOrd="1" presId="urn:microsoft.com/office/officeart/2005/8/layout/vList5"/>
    <dgm:cxn modelId="{A0FDA7EC-5186-4BB1-B3FC-A217388500FF}" type="presOf" srcId="{A0DF159F-AA14-41F6-B45B-C1455ED2B162}" destId="{A51BE45D-5E22-4ED1-93CB-254AECA0F784}" srcOrd="0" destOrd="0" presId="urn:microsoft.com/office/officeart/2005/8/layout/vList5"/>
    <dgm:cxn modelId="{7F43D1FA-BB68-4804-AA00-5489717DD080}" srcId="{1C5620C6-F78E-497B-AA72-49A1947026AA}" destId="{6260D153-D74A-451A-A4E9-1B25FCFAFCE5}" srcOrd="0" destOrd="0" parTransId="{EFC735FE-F908-4B57-BCD9-172BC0CAE6C2}" sibTransId="{1B56855F-451D-4BAF-9404-3FE9CE721563}"/>
    <dgm:cxn modelId="{F38173F3-2BEA-4149-BF5A-AE8058514AAC}" type="presParOf" srcId="{3F4DA4E8-BAB8-440A-B227-B4E9052A8EEA}" destId="{A45264E6-9209-45C6-948F-7AF7EDB8F3E4}" srcOrd="0" destOrd="0" presId="urn:microsoft.com/office/officeart/2005/8/layout/vList5"/>
    <dgm:cxn modelId="{38A22D10-57E7-406D-9E39-B72383E1E466}" type="presParOf" srcId="{A45264E6-9209-45C6-948F-7AF7EDB8F3E4}" destId="{9CA33FEF-AD52-47BE-9858-02B5D92993AC}" srcOrd="0" destOrd="0" presId="urn:microsoft.com/office/officeart/2005/8/layout/vList5"/>
    <dgm:cxn modelId="{ACE33B83-5B0F-4D8B-B981-4EE890FCCEFA}" type="presParOf" srcId="{A45264E6-9209-45C6-948F-7AF7EDB8F3E4}" destId="{A51BE45D-5E22-4ED1-93CB-254AECA0F784}" srcOrd="1" destOrd="0" presId="urn:microsoft.com/office/officeart/2005/8/layout/vList5"/>
    <dgm:cxn modelId="{EF37DA4F-B6C7-402B-841A-A22D62CC2115}" type="presParOf" srcId="{3F4DA4E8-BAB8-440A-B227-B4E9052A8EEA}" destId="{9BC26A4C-4AF4-4365-9864-0048EE4A7820}" srcOrd="1" destOrd="0" presId="urn:microsoft.com/office/officeart/2005/8/layout/vList5"/>
    <dgm:cxn modelId="{F14981AF-0F93-4F79-AF82-366987D821FC}" type="presParOf" srcId="{3F4DA4E8-BAB8-440A-B227-B4E9052A8EEA}" destId="{80B986BA-0B50-40AC-90F7-1B0A72ACB91A}" srcOrd="2" destOrd="0" presId="urn:microsoft.com/office/officeart/2005/8/layout/vList5"/>
    <dgm:cxn modelId="{806CEEF9-FAB2-4F9D-824D-469F0685FB9C}" type="presParOf" srcId="{80B986BA-0B50-40AC-90F7-1B0A72ACB91A}" destId="{B87D9DD7-F5B0-4F39-9490-5F9D8354E2E6}" srcOrd="0" destOrd="0" presId="urn:microsoft.com/office/officeart/2005/8/layout/vList5"/>
    <dgm:cxn modelId="{76D8F3CB-1B53-4A2B-BE2B-1F5BAC0D94D3}" type="presParOf" srcId="{80B986BA-0B50-40AC-90F7-1B0A72ACB91A}" destId="{6276D50B-527F-4B7A-A9EF-041DA7C9C1E7}" srcOrd="1" destOrd="0" presId="urn:microsoft.com/office/officeart/2005/8/layout/vList5"/>
    <dgm:cxn modelId="{98908563-2BDD-4117-81FD-2F5F58277A18}" type="presParOf" srcId="{3F4DA4E8-BAB8-440A-B227-B4E9052A8EEA}" destId="{E531B195-93A7-4148-88D2-0F6F4C95471B}" srcOrd="3" destOrd="0" presId="urn:microsoft.com/office/officeart/2005/8/layout/vList5"/>
    <dgm:cxn modelId="{DC2FB6D1-CC75-4F9B-A13B-5A345321079E}" type="presParOf" srcId="{3F4DA4E8-BAB8-440A-B227-B4E9052A8EEA}" destId="{0227172E-A2D9-43F2-9B17-76526338D169}" srcOrd="4" destOrd="0" presId="urn:microsoft.com/office/officeart/2005/8/layout/vList5"/>
    <dgm:cxn modelId="{90A63C7F-4BCD-46BF-AE55-9F588B3ACB0E}" type="presParOf" srcId="{0227172E-A2D9-43F2-9B17-76526338D169}" destId="{AF23ACBC-66EF-4728-AE75-EF7B62B917C4}" srcOrd="0" destOrd="0" presId="urn:microsoft.com/office/officeart/2005/8/layout/vList5"/>
    <dgm:cxn modelId="{C8AA9E9E-9E17-476E-B856-B791CDAAD7D3}" type="presParOf" srcId="{0227172E-A2D9-43F2-9B17-76526338D169}" destId="{C7B9ABD2-89E4-4581-B832-95DAE8E18FB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BE45D-5E22-4ED1-93CB-254AECA0F784}">
      <dsp:nvSpPr>
        <dsp:cNvPr id="0" name=""/>
        <dsp:cNvSpPr/>
      </dsp:nvSpPr>
      <dsp:spPr>
        <a:xfrm rot="5400000">
          <a:off x="6335433" y="-2607565"/>
          <a:ext cx="954583" cy="6411976"/>
        </a:xfrm>
        <a:prstGeom prst="round2Same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GB" sz="1300" kern="1200"/>
            <a:t>Large amount of talent identification literature focuses on this effect</a:t>
          </a:r>
          <a:endParaRPr lang="en-US" sz="1300" kern="1200"/>
        </a:p>
        <a:p>
          <a:pPr marL="114300" lvl="1" indent="-114300" algn="l" defTabSz="577850">
            <a:lnSpc>
              <a:spcPct val="90000"/>
            </a:lnSpc>
            <a:spcBef>
              <a:spcPct val="0"/>
            </a:spcBef>
            <a:spcAft>
              <a:spcPct val="15000"/>
            </a:spcAft>
            <a:buChar char="•"/>
          </a:pPr>
          <a:r>
            <a:rPr lang="en-US" sz="1300" kern="1200"/>
            <a:t>Young sportspeople born towards the start of a selection year more likely to be selected due to increased maturity (e.g. Sedeaud et al., 2025)</a:t>
          </a:r>
        </a:p>
      </dsp:txBody>
      <dsp:txXfrm rot="-5400000">
        <a:off x="3606737" y="167730"/>
        <a:ext cx="6365377" cy="861385"/>
      </dsp:txXfrm>
    </dsp:sp>
    <dsp:sp modelId="{9CA33FEF-AD52-47BE-9858-02B5D92993AC}">
      <dsp:nvSpPr>
        <dsp:cNvPr id="0" name=""/>
        <dsp:cNvSpPr/>
      </dsp:nvSpPr>
      <dsp:spPr>
        <a:xfrm>
          <a:off x="0" y="1807"/>
          <a:ext cx="3606736" cy="119322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Relative age effect</a:t>
          </a:r>
        </a:p>
      </dsp:txBody>
      <dsp:txXfrm>
        <a:off x="58249" y="60056"/>
        <a:ext cx="3490238" cy="1076731"/>
      </dsp:txXfrm>
    </dsp:sp>
    <dsp:sp modelId="{6276D50B-527F-4B7A-A9EF-041DA7C9C1E7}">
      <dsp:nvSpPr>
        <dsp:cNvPr id="0" name=""/>
        <dsp:cNvSpPr/>
      </dsp:nvSpPr>
      <dsp:spPr>
        <a:xfrm rot="5400000">
          <a:off x="6335433" y="-1354674"/>
          <a:ext cx="954583" cy="6411976"/>
        </a:xfrm>
        <a:prstGeom prst="round2Same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GB" sz="1300" kern="1200"/>
            <a:t>Of interest to those at EA, particularly due to changing geography of YTP centres</a:t>
          </a:r>
          <a:endParaRPr lang="en-US" sz="1300" kern="1200"/>
        </a:p>
        <a:p>
          <a:pPr marL="114300" lvl="1" indent="-114300" algn="l" defTabSz="577850">
            <a:lnSpc>
              <a:spcPct val="90000"/>
            </a:lnSpc>
            <a:spcBef>
              <a:spcPct val="0"/>
            </a:spcBef>
            <a:spcAft>
              <a:spcPct val="15000"/>
            </a:spcAft>
            <a:buChar char="•"/>
          </a:pPr>
          <a:r>
            <a:rPr lang="en-GB" sz="1300" kern="1200"/>
            <a:t>New dataset so this unexplored previously in literature</a:t>
          </a:r>
          <a:endParaRPr lang="en-US" sz="1300" kern="1200"/>
        </a:p>
      </dsp:txBody>
      <dsp:txXfrm rot="-5400000">
        <a:off x="3606737" y="1420621"/>
        <a:ext cx="6365377" cy="861385"/>
      </dsp:txXfrm>
    </dsp:sp>
    <dsp:sp modelId="{B87D9DD7-F5B0-4F39-9490-5F9D8354E2E6}">
      <dsp:nvSpPr>
        <dsp:cNvPr id="0" name=""/>
        <dsp:cNvSpPr/>
      </dsp:nvSpPr>
      <dsp:spPr>
        <a:xfrm>
          <a:off x="0" y="1254698"/>
          <a:ext cx="3606736" cy="119322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GB" sz="3000" kern="1200"/>
            <a:t>Geographical representativeness</a:t>
          </a:r>
          <a:endParaRPr lang="en-US" sz="3000" kern="1200"/>
        </a:p>
      </dsp:txBody>
      <dsp:txXfrm>
        <a:off x="58249" y="1312947"/>
        <a:ext cx="3490238" cy="1076731"/>
      </dsp:txXfrm>
    </dsp:sp>
    <dsp:sp modelId="{C7B9ABD2-89E4-4581-B832-95DAE8E18FB7}">
      <dsp:nvSpPr>
        <dsp:cNvPr id="0" name=""/>
        <dsp:cNvSpPr/>
      </dsp:nvSpPr>
      <dsp:spPr>
        <a:xfrm rot="5400000">
          <a:off x="6335433" y="-101783"/>
          <a:ext cx="954583" cy="6411976"/>
        </a:xfrm>
        <a:prstGeom prst="round2Same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GB" sz="1300" kern="1200"/>
            <a:t>Not particularly well studied due to usual separation of male and female sports teams and underrepresentation of girls in talent identification literature (Curran et al., 2019)</a:t>
          </a:r>
          <a:endParaRPr lang="en-US" sz="1300" kern="1200"/>
        </a:p>
        <a:p>
          <a:pPr marL="114300" lvl="1" indent="-114300" algn="l" defTabSz="577850">
            <a:lnSpc>
              <a:spcPct val="90000"/>
            </a:lnSpc>
            <a:spcBef>
              <a:spcPct val="0"/>
            </a:spcBef>
            <a:spcAft>
              <a:spcPct val="15000"/>
            </a:spcAft>
            <a:buChar char="•"/>
          </a:pPr>
          <a:r>
            <a:rPr lang="en-GB" sz="1300" kern="1200" dirty="0"/>
            <a:t>The YTP does not separate by gender and doesn’t necessarily fill quotas during selection</a:t>
          </a:r>
          <a:endParaRPr lang="en-US" sz="1300" kern="1200" dirty="0"/>
        </a:p>
      </dsp:txBody>
      <dsp:txXfrm rot="-5400000">
        <a:off x="3606737" y="2673512"/>
        <a:ext cx="6365377" cy="861385"/>
      </dsp:txXfrm>
    </dsp:sp>
    <dsp:sp modelId="{AF23ACBC-66EF-4728-AE75-EF7B62B917C4}">
      <dsp:nvSpPr>
        <dsp:cNvPr id="0" name=""/>
        <dsp:cNvSpPr/>
      </dsp:nvSpPr>
      <dsp:spPr>
        <a:xfrm>
          <a:off x="0" y="2507589"/>
          <a:ext cx="3606736" cy="119322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GB" sz="3000" kern="1200"/>
            <a:t>Gender bias</a:t>
          </a:r>
          <a:endParaRPr lang="en-US" sz="3000" kern="1200"/>
        </a:p>
      </dsp:txBody>
      <dsp:txXfrm>
        <a:off x="58249" y="2565838"/>
        <a:ext cx="3490238" cy="107673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1F1383-9238-4812-92A0-F04321BD05C0}" type="datetimeFigureOut">
              <a:rPr lang="en-GB" smtClean="0"/>
              <a:t>30/06/2026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652AE0-A20B-4E1C-9175-41E3A927D126}" type="slidenum">
              <a:rPr lang="en-GB" smtClean="0"/>
              <a:t>‹#›</a:t>
            </a:fld>
            <a:endParaRPr lang="en-GB"/>
          </a:p>
        </p:txBody>
      </p:sp>
    </p:spTree>
    <p:extLst>
      <p:ext uri="{BB962C8B-B14F-4D97-AF65-F5344CB8AC3E}">
        <p14:creationId xmlns:p14="http://schemas.microsoft.com/office/powerpoint/2010/main" val="3628445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this project I was presented with a dataset from England Athletics which has lots of information on applicants to a Youth Talent </a:t>
            </a:r>
            <a:r>
              <a:rPr lang="en-US" dirty="0" err="1"/>
              <a:t>programme</a:t>
            </a:r>
            <a:r>
              <a:rPr lang="en-US" dirty="0"/>
              <a:t>. This program is designed for 16-18 year old athletes in England from a range of track and field disciplines. To apply, each of them had to fill out an application form that was created in partnership with the Uni. This form has questions relating to socio-demographics as well as more sport-specific questions and the dataset itself has all this information in addition to selection outcome.</a:t>
            </a:r>
          </a:p>
          <a:p>
            <a:endParaRPr lang="en-US" dirty="0"/>
          </a:p>
          <a:p>
            <a:r>
              <a:rPr lang="en-US" dirty="0"/>
              <a:t>Eventually I should be getting data from each application year from 2021-2025 but currently I’m only working with 2021 and 2022.</a:t>
            </a:r>
          </a:p>
          <a:p>
            <a:endParaRPr lang="en-US" dirty="0"/>
          </a:p>
          <a:p>
            <a:r>
              <a:rPr lang="en-US" dirty="0"/>
              <a:t>The question proposed to me was whether there is any evidence of systematic biases that could impact an applicant's chance of selection to the </a:t>
            </a:r>
            <a:r>
              <a:rPr lang="en-US" dirty="0" err="1"/>
              <a:t>programme</a:t>
            </a:r>
            <a:r>
              <a:rPr lang="en-US" dirty="0"/>
              <a:t>. However, this data is very new and currently completely unused so there is a strong emphasis on the reproducibility and readability of my code for use in future projects and research.  But it does also means that any finding is  interesting especially to EA.</a:t>
            </a:r>
          </a:p>
          <a:p>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2</a:t>
            </a:fld>
            <a:endParaRPr lang="en-GB"/>
          </a:p>
        </p:txBody>
      </p:sp>
    </p:spTree>
    <p:extLst>
      <p:ext uri="{BB962C8B-B14F-4D97-AF65-F5344CB8AC3E}">
        <p14:creationId xmlns:p14="http://schemas.microsoft.com/office/powerpoint/2010/main" val="3978250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Initially I was given a very long list of selection biases but due to scope and time constraints I had to narrow this down. From my own interests, I was most interested in the socio-demographic side of things rather than the sport-performance side. So I settled on this set of biases here.</a:t>
            </a:r>
          </a:p>
          <a:p>
            <a:endParaRPr lang="en-US" dirty="0"/>
          </a:p>
          <a:p>
            <a:r>
              <a:rPr lang="en-US" dirty="0"/>
              <a:t>The first of these is relative age effect which is highly studied in the literature. It refers to a pervasive effect where children born towards the start of a selection year are significantly more likely to be picked for high-level sports teams due to increased maturity which results in them typically being stronger, faster, taller, and more emotionally mature, all of which are desirable for sports. In the Uk, our academic system is set up with the year starting in September, so we tend to see an overrepresentation of kids born in September, October, and November in high levels sports teams.</a:t>
            </a:r>
          </a:p>
          <a:p>
            <a:endParaRPr lang="en-US" dirty="0"/>
          </a:p>
          <a:p>
            <a:r>
              <a:rPr lang="en-US" dirty="0"/>
              <a:t>Geographical representativeness was particularly of interest to EA, largely due to the changing number of </a:t>
            </a:r>
            <a:r>
              <a:rPr lang="en-US" dirty="0" err="1"/>
              <a:t>centres</a:t>
            </a:r>
            <a:r>
              <a:rPr lang="en-US" dirty="0"/>
              <a:t> where the </a:t>
            </a:r>
            <a:r>
              <a:rPr lang="en-US" dirty="0" err="1"/>
              <a:t>programme</a:t>
            </a:r>
            <a:r>
              <a:rPr lang="en-US" dirty="0"/>
              <a:t> takes place. They want to see whether the distribution of applicants' changes based on what </a:t>
            </a:r>
            <a:r>
              <a:rPr lang="en-US" dirty="0" err="1"/>
              <a:t>centres</a:t>
            </a:r>
            <a:r>
              <a:rPr lang="en-US" dirty="0"/>
              <a:t> are available at the time, and just generally if there is patterning to applicants’ locations. Given the newness of this dataset, I’m not expecting anything, as literature is not really present here.</a:t>
            </a:r>
          </a:p>
          <a:p>
            <a:endParaRPr lang="en-US" dirty="0"/>
          </a:p>
          <a:p>
            <a:r>
              <a:rPr lang="en-US" dirty="0"/>
              <a:t>Finally, gender bias. Given that sports teams are typically separated by sex, gender bias is not really studied in talent identification, and there’s also a significant underrepresentation of girls in the literature. In the case of EA’s </a:t>
            </a:r>
            <a:r>
              <a:rPr lang="en-US" dirty="0" err="1"/>
              <a:t>programme</a:t>
            </a:r>
            <a:r>
              <a:rPr lang="en-US" dirty="0"/>
              <a:t>, the sexes are not split, and anyone is encouraged to apply, so it will be interesting to see both whether there is a bias in who applies and who is selected.</a:t>
            </a:r>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3</a:t>
            </a:fld>
            <a:endParaRPr lang="en-GB"/>
          </a:p>
        </p:txBody>
      </p:sp>
    </p:spTree>
    <p:extLst>
      <p:ext uri="{BB962C8B-B14F-4D97-AF65-F5344CB8AC3E}">
        <p14:creationId xmlns:p14="http://schemas.microsoft.com/office/powerpoint/2010/main" val="2095954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investigate relative age effect and gender bias, I’m primarily using logistic regression with selection as my binary outcome variable; with applicants either being selected or not. The predictors of interest will be birth month, specifically birth quarter and gender. Other relevant predictors will also be included but not focused on and I will possibly include interaction terms with year-group to see if relationships change depending on the year.</a:t>
            </a:r>
          </a:p>
          <a:p>
            <a:endParaRPr lang="en-US" dirty="0"/>
          </a:p>
          <a:p>
            <a:r>
              <a:rPr lang="en-US" dirty="0"/>
              <a:t>The table on the right shows the breakdown of applicants’ birth quarter with quarter 1 comprising September, October and November. And you can clearly see, even without incorporating the selection variable there is some patterning to this. To test this more statistically I’m going to be comparing these proportions to that of the general population using chi-square tests.</a:t>
            </a:r>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4</a:t>
            </a:fld>
            <a:endParaRPr lang="en-GB"/>
          </a:p>
        </p:txBody>
      </p:sp>
    </p:spTree>
    <p:extLst>
      <p:ext uri="{BB962C8B-B14F-4D97-AF65-F5344CB8AC3E}">
        <p14:creationId xmlns:p14="http://schemas.microsoft.com/office/powerpoint/2010/main" val="1617932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to investigate geographical representativeness, I have been working extensively on mapping the locations of successful applicants. You can see an example of one of my earlier maps where I mapped using LSOA codes which are one of the smallest census areas available and were the only location data available in the dataset. The issue that arises from this, as you can, is that because the areas are so small, most codes only have one applicant, and a few have at </a:t>
            </a:r>
            <a:r>
              <a:rPr lang="en-US"/>
              <a:t>most two. </a:t>
            </a:r>
            <a:r>
              <a:rPr lang="en-US" dirty="0"/>
              <a:t>This results in acceptance rates only taking three values which is quite uninformative when mapped.</a:t>
            </a:r>
          </a:p>
          <a:p>
            <a:endParaRPr lang="en-US" dirty="0"/>
          </a:p>
          <a:p>
            <a:r>
              <a:rPr lang="en-US" dirty="0"/>
              <a:t>I’m therefore working on upscaling to local authority districts and then counties and unitary districts which are the next two steps up in census area size. These maps will be checked visually for patterns, and I will possibly aim to use population density data in analysis later.</a:t>
            </a:r>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5</a:t>
            </a:fld>
            <a:endParaRPr lang="en-GB"/>
          </a:p>
        </p:txBody>
      </p:sp>
    </p:spTree>
    <p:extLst>
      <p:ext uri="{BB962C8B-B14F-4D97-AF65-F5344CB8AC3E}">
        <p14:creationId xmlns:p14="http://schemas.microsoft.com/office/powerpoint/2010/main" val="2506863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GB"/>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GB"/>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GB"/>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GB"/>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GB"/>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GB"/>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BD6EB6-A736-4805-9C2A-D4103E0968D8}" type="datetimeFigureOut">
              <a:rPr lang="en-GB" smtClean="0"/>
              <a:t>30/06/2026</a:t>
            </a:fld>
            <a:endParaRPr lang="en-GB"/>
          </a:p>
        </p:txBody>
      </p:sp>
      <p:sp>
        <p:nvSpPr>
          <p:cNvPr id="5" name="Footer Placeholder 4"/>
          <p:cNvSpPr>
            <a:spLocks noGrp="1"/>
          </p:cNvSpPr>
          <p:nvPr>
            <p:ph type="ftr" sz="quarter" idx="11"/>
          </p:nvPr>
        </p:nvSpPr>
        <p:spPr>
          <a:xfrm>
            <a:off x="5332412" y="5883275"/>
            <a:ext cx="4324044" cy="365125"/>
          </a:xfrm>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1024874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BD6EB6-A736-4805-9C2A-D4103E0968D8}" type="datetimeFigureOut">
              <a:rPr lang="en-GB" smtClean="0"/>
              <a:t>30/06/2026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951856" y="5867131"/>
            <a:ext cx="551167" cy="365125"/>
          </a:xfrm>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4230440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30/06/2026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402697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BD6EB6-A736-4805-9C2A-D4103E0968D8}" type="datetimeFigureOut">
              <a:rPr lang="en-GB" smtClean="0"/>
              <a:t>30/06/2026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4175143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BD6EB6-A736-4805-9C2A-D4103E0968D8}" type="datetimeFigureOut">
              <a:rPr lang="en-GB" smtClean="0"/>
              <a:t>30/06/2026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2975036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BD6EB6-A736-4805-9C2A-D4103E0968D8}" type="datetimeFigureOut">
              <a:rPr lang="en-GB" smtClean="0"/>
              <a:t>30/06/2026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2856213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D6EB6-A736-4805-9C2A-D4103E0968D8}" type="datetimeFigureOut">
              <a:rPr lang="en-GB" smtClean="0"/>
              <a:t>30/06/2026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71488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BD6EB6-A736-4805-9C2A-D4103E0968D8}" type="datetimeFigureOut">
              <a:rPr lang="en-GB" smtClean="0"/>
              <a:t>30/06/2026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3446627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BD6EB6-A736-4805-9C2A-D4103E0968D8}" type="datetimeFigureOut">
              <a:rPr lang="en-GB" smtClean="0"/>
              <a:t>30/06/2026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94888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BD6EB6-A736-4805-9C2A-D4103E0968D8}" type="datetimeFigureOut">
              <a:rPr lang="en-GB" smtClean="0"/>
              <a:t>30/06/2026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3230256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30/06/2026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3252473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30/06/2026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25554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30/06/2026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2958797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30/06/2026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671296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30/06/2026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117870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BD6EB6-A736-4805-9C2A-D4103E0968D8}" type="datetimeFigureOut">
              <a:rPr lang="en-GB" smtClean="0"/>
              <a:t>30/06/2026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4067908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BD6EB6-A736-4805-9C2A-D4103E0968D8}" type="datetimeFigureOut">
              <a:rPr lang="en-GB" smtClean="0"/>
              <a:t>30/06/2026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1101265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4BD6EB6-A736-4805-9C2A-D4103E0968D8}" type="datetimeFigureOut">
              <a:rPr lang="en-GB" smtClean="0"/>
              <a:t>30/06/2026</a:t>
            </a:fld>
            <a:endParaRPr lang="en-GB"/>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354C444-2813-407E-BB47-0FEF5FB915C0}" type="slidenum">
              <a:rPr lang="en-GB" smtClean="0"/>
              <a:t>‹#›</a:t>
            </a:fld>
            <a:endParaRPr lang="en-GB"/>
          </a:p>
        </p:txBody>
      </p:sp>
    </p:spTree>
    <p:extLst>
      <p:ext uri="{BB962C8B-B14F-4D97-AF65-F5344CB8AC3E}">
        <p14:creationId xmlns:p14="http://schemas.microsoft.com/office/powerpoint/2010/main" val="39314104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E58348C3-6249-4952-AA86-C63DB35EA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 52">
            <a:extLst>
              <a:ext uri="{FF2B5EF4-FFF2-40B4-BE49-F238E27FC236}">
                <a16:creationId xmlns:a16="http://schemas.microsoft.com/office/drawing/2014/main" id="{DE6174AD-DBB0-43E6-98C2-738DB3A152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59100" y="-4763"/>
            <a:ext cx="5014912" cy="6862763"/>
            <a:chOff x="2928938" y="-4763"/>
            <a:chExt cx="5014912" cy="6862763"/>
          </a:xfrm>
        </p:grpSpPr>
        <p:sp>
          <p:nvSpPr>
            <p:cNvPr id="54" name="Freeform 6">
              <a:extLst>
                <a:ext uri="{FF2B5EF4-FFF2-40B4-BE49-F238E27FC236}">
                  <a16:creationId xmlns:a16="http://schemas.microsoft.com/office/drawing/2014/main" id="{50A59800-3661-4778-9D8A-F816C85C4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GB"/>
            </a:p>
          </p:txBody>
        </p:sp>
        <p:sp>
          <p:nvSpPr>
            <p:cNvPr id="55" name="Freeform 7">
              <a:extLst>
                <a:ext uri="{FF2B5EF4-FFF2-40B4-BE49-F238E27FC236}">
                  <a16:creationId xmlns:a16="http://schemas.microsoft.com/office/drawing/2014/main" id="{7A810977-C816-4698-B7E7-0E6BDED7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GB"/>
            </a:p>
          </p:txBody>
        </p:sp>
        <p:sp>
          <p:nvSpPr>
            <p:cNvPr id="56" name="Freeform 9">
              <a:extLst>
                <a:ext uri="{FF2B5EF4-FFF2-40B4-BE49-F238E27FC236}">
                  <a16:creationId xmlns:a16="http://schemas.microsoft.com/office/drawing/2014/main" id="{181E4B1B-2437-4A14-8927-817FC7AED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GB"/>
            </a:p>
          </p:txBody>
        </p:sp>
        <p:sp>
          <p:nvSpPr>
            <p:cNvPr id="57" name="Freeform 10">
              <a:extLst>
                <a:ext uri="{FF2B5EF4-FFF2-40B4-BE49-F238E27FC236}">
                  <a16:creationId xmlns:a16="http://schemas.microsoft.com/office/drawing/2014/main" id="{3F98AD26-9FF7-44EA-B876-9C857F8ED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GB"/>
            </a:p>
          </p:txBody>
        </p:sp>
        <p:sp>
          <p:nvSpPr>
            <p:cNvPr id="58" name="Freeform 11">
              <a:extLst>
                <a:ext uri="{FF2B5EF4-FFF2-40B4-BE49-F238E27FC236}">
                  <a16:creationId xmlns:a16="http://schemas.microsoft.com/office/drawing/2014/main" id="{32EBB12A-A9CE-446F-9462-15DAC0D0F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GB"/>
            </a:p>
          </p:txBody>
        </p:sp>
        <p:sp>
          <p:nvSpPr>
            <p:cNvPr id="59" name="Freeform 12">
              <a:extLst>
                <a:ext uri="{FF2B5EF4-FFF2-40B4-BE49-F238E27FC236}">
                  <a16:creationId xmlns:a16="http://schemas.microsoft.com/office/drawing/2014/main" id="{85925599-F99B-48E5-A384-76136C081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8A4C3637-70F7-6CFE-03F0-4E0D9FC58C27}"/>
              </a:ext>
            </a:extLst>
          </p:cNvPr>
          <p:cNvSpPr>
            <a:spLocks noGrp="1"/>
          </p:cNvSpPr>
          <p:nvPr>
            <p:ph type="ctrTitle"/>
          </p:nvPr>
        </p:nvSpPr>
        <p:spPr>
          <a:xfrm>
            <a:off x="5448299" y="1380068"/>
            <a:ext cx="6054723" cy="2616199"/>
          </a:xfrm>
        </p:spPr>
        <p:txBody>
          <a:bodyPr>
            <a:normAutofit/>
          </a:bodyPr>
          <a:lstStyle/>
          <a:p>
            <a:pPr>
              <a:lnSpc>
                <a:spcPct val="90000"/>
              </a:lnSpc>
            </a:pPr>
            <a:r>
              <a:rPr lang="en-US" sz="2900" dirty="0"/>
              <a:t>To What Extent Are ‘Selection Biases’ Present in the Recruitment of Adolescent Track and Field Athletes Onto a Youth Talent </a:t>
            </a:r>
            <a:r>
              <a:rPr lang="en-US" sz="2900" dirty="0" err="1"/>
              <a:t>Programme</a:t>
            </a:r>
            <a:r>
              <a:rPr lang="en-US" sz="2900" dirty="0"/>
              <a:t> Between 2021 and 2025? </a:t>
            </a:r>
            <a:endParaRPr lang="en-GB" sz="2900" dirty="0"/>
          </a:p>
        </p:txBody>
      </p:sp>
      <p:sp>
        <p:nvSpPr>
          <p:cNvPr id="3" name="Subtitle 2">
            <a:extLst>
              <a:ext uri="{FF2B5EF4-FFF2-40B4-BE49-F238E27FC236}">
                <a16:creationId xmlns:a16="http://schemas.microsoft.com/office/drawing/2014/main" id="{09106A01-8DA6-6F03-5DE2-897B84637D11}"/>
              </a:ext>
            </a:extLst>
          </p:cNvPr>
          <p:cNvSpPr>
            <a:spLocks noGrp="1"/>
          </p:cNvSpPr>
          <p:nvPr>
            <p:ph type="subTitle" idx="1"/>
          </p:nvPr>
        </p:nvSpPr>
        <p:spPr>
          <a:xfrm>
            <a:off x="6336254" y="3996267"/>
            <a:ext cx="5166768" cy="1388534"/>
          </a:xfrm>
        </p:spPr>
        <p:txBody>
          <a:bodyPr>
            <a:normAutofit/>
          </a:bodyPr>
          <a:lstStyle/>
          <a:p>
            <a:r>
              <a:rPr lang="en-US" dirty="0"/>
              <a:t>Liz Marsh</a:t>
            </a:r>
            <a:endParaRPr lang="en-GB" dirty="0"/>
          </a:p>
        </p:txBody>
      </p:sp>
      <p:pic>
        <p:nvPicPr>
          <p:cNvPr id="46" name="Picture 45">
            <a:extLst>
              <a:ext uri="{FF2B5EF4-FFF2-40B4-BE49-F238E27FC236}">
                <a16:creationId xmlns:a16="http://schemas.microsoft.com/office/drawing/2014/main" id="{CB651075-DB30-E0DF-823C-BC5630DC1A81}"/>
              </a:ext>
            </a:extLst>
          </p:cNvPr>
          <p:cNvPicPr>
            <a:picLocks noChangeAspect="1"/>
          </p:cNvPicPr>
          <p:nvPr/>
        </p:nvPicPr>
        <p:blipFill>
          <a:blip r:embed="rId3"/>
          <a:srcRect l="9091" t="19347" r="1" b="22866"/>
          <a:stretch>
            <a:fillRect/>
          </a:stretch>
        </p:blipFill>
        <p:spPr>
          <a:xfrm>
            <a:off x="20" y="10"/>
            <a:ext cx="5448280" cy="6857990"/>
          </a:xfrm>
          <a:custGeom>
            <a:avLst/>
            <a:gdLst/>
            <a:ahLst/>
            <a:cxnLst/>
            <a:rect l="l" t="t" r="r" b="b"/>
            <a:pathLst>
              <a:path w="5448300" h="6858000">
                <a:moveTo>
                  <a:pt x="0" y="0"/>
                </a:moveTo>
                <a:lnTo>
                  <a:pt x="3513666" y="0"/>
                </a:lnTo>
                <a:lnTo>
                  <a:pt x="2861733" y="2548466"/>
                </a:lnTo>
                <a:lnTo>
                  <a:pt x="5448300" y="6853767"/>
                </a:lnTo>
                <a:lnTo>
                  <a:pt x="0" y="6858000"/>
                </a:lnTo>
                <a:lnTo>
                  <a:pt x="0" y="0"/>
                </a:lnTo>
                <a:close/>
              </a:path>
            </a:pathLst>
          </a:custGeom>
          <a:ln w="38100">
            <a:noFill/>
          </a:ln>
          <a:effectLst/>
        </p:spPr>
      </p:pic>
    </p:spTree>
    <p:extLst>
      <p:ext uri="{BB962C8B-B14F-4D97-AF65-F5344CB8AC3E}">
        <p14:creationId xmlns:p14="http://schemas.microsoft.com/office/powerpoint/2010/main" val="254394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7B6E-C9C2-CEE2-4244-B3A46419885F}"/>
              </a:ext>
            </a:extLst>
          </p:cNvPr>
          <p:cNvSpPr>
            <a:spLocks noGrp="1"/>
          </p:cNvSpPr>
          <p:nvPr>
            <p:ph type="title"/>
          </p:nvPr>
        </p:nvSpPr>
        <p:spPr/>
        <p:txBody>
          <a:bodyPr/>
          <a:lstStyle/>
          <a:p>
            <a:r>
              <a:rPr lang="en-US"/>
              <a:t>Outline of Project</a:t>
            </a:r>
            <a:endParaRPr lang="en-GB" dirty="0"/>
          </a:p>
        </p:txBody>
      </p:sp>
      <p:sp>
        <p:nvSpPr>
          <p:cNvPr id="3" name="Content Placeholder 2">
            <a:extLst>
              <a:ext uri="{FF2B5EF4-FFF2-40B4-BE49-F238E27FC236}">
                <a16:creationId xmlns:a16="http://schemas.microsoft.com/office/drawing/2014/main" id="{D02C9377-CDD5-638C-BFED-751534EF2104}"/>
              </a:ext>
            </a:extLst>
          </p:cNvPr>
          <p:cNvSpPr>
            <a:spLocks noGrp="1"/>
          </p:cNvSpPr>
          <p:nvPr>
            <p:ph idx="1"/>
          </p:nvPr>
        </p:nvSpPr>
        <p:spPr>
          <a:xfrm>
            <a:off x="1484311" y="2438399"/>
            <a:ext cx="10018713" cy="3124201"/>
          </a:xfrm>
        </p:spPr>
        <p:txBody>
          <a:bodyPr>
            <a:normAutofit fontScale="85000" lnSpcReduction="20000"/>
          </a:bodyPr>
          <a:lstStyle/>
          <a:p>
            <a:r>
              <a:rPr lang="en-US" dirty="0"/>
              <a:t>Dataset from England Athletics (EA) with information on applicants to a Youth Talent </a:t>
            </a:r>
            <a:r>
              <a:rPr lang="en-US" dirty="0" err="1"/>
              <a:t>Programme</a:t>
            </a:r>
            <a:r>
              <a:rPr lang="en-US" dirty="0"/>
              <a:t> (YTP)</a:t>
            </a:r>
            <a:endParaRPr lang="en-GB" dirty="0"/>
          </a:p>
          <a:p>
            <a:pPr lvl="1"/>
            <a:r>
              <a:rPr lang="en-GB" dirty="0"/>
              <a:t>For talented 16–18-year-old athletes in England</a:t>
            </a:r>
          </a:p>
          <a:p>
            <a:pPr lvl="1"/>
            <a:r>
              <a:rPr lang="en-GB" dirty="0"/>
              <a:t>Data from a standardised application form</a:t>
            </a:r>
          </a:p>
          <a:p>
            <a:pPr lvl="1"/>
            <a:r>
              <a:rPr lang="en-GB" dirty="0"/>
              <a:t>Variables relating to socio-demographics, sport-specific questions, and selection outcome</a:t>
            </a:r>
          </a:p>
          <a:p>
            <a:pPr lvl="1"/>
            <a:r>
              <a:rPr lang="en-GB" dirty="0"/>
              <a:t>Data from 2021-2025; currently only have datasets from 2021 &amp; 2022</a:t>
            </a:r>
          </a:p>
          <a:p>
            <a:r>
              <a:rPr lang="en-GB" dirty="0"/>
              <a:t>Proposed question about whether there are any biases present that impact the likelihood of selection </a:t>
            </a:r>
          </a:p>
          <a:p>
            <a:r>
              <a:rPr lang="en-GB" dirty="0"/>
              <a:t>New and previously unused dataset so strong emphasis on reproducibility of code </a:t>
            </a:r>
          </a:p>
        </p:txBody>
      </p:sp>
    </p:spTree>
    <p:extLst>
      <p:ext uri="{BB962C8B-B14F-4D97-AF65-F5344CB8AC3E}">
        <p14:creationId xmlns:p14="http://schemas.microsoft.com/office/powerpoint/2010/main" val="838897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16D2B-DA96-5EF9-4552-249936CCF2B0}"/>
              </a:ext>
            </a:extLst>
          </p:cNvPr>
          <p:cNvSpPr>
            <a:spLocks noGrp="1"/>
          </p:cNvSpPr>
          <p:nvPr>
            <p:ph type="title"/>
          </p:nvPr>
        </p:nvSpPr>
        <p:spPr/>
        <p:txBody>
          <a:bodyPr/>
          <a:lstStyle/>
          <a:p>
            <a:r>
              <a:rPr lang="en-US" dirty="0"/>
              <a:t>Selection Biases of Interest</a:t>
            </a:r>
            <a:endParaRPr lang="en-GB" dirty="0"/>
          </a:p>
        </p:txBody>
      </p:sp>
      <p:graphicFrame>
        <p:nvGraphicFramePr>
          <p:cNvPr id="5" name="Content Placeholder 2">
            <a:extLst>
              <a:ext uri="{FF2B5EF4-FFF2-40B4-BE49-F238E27FC236}">
                <a16:creationId xmlns:a16="http://schemas.microsoft.com/office/drawing/2014/main" id="{2EFFEC26-3A82-342E-DDD6-DB8108FA12DD}"/>
              </a:ext>
            </a:extLst>
          </p:cNvPr>
          <p:cNvGraphicFramePr>
            <a:graphicFrameLocks noGrp="1"/>
          </p:cNvGraphicFramePr>
          <p:nvPr>
            <p:ph idx="1"/>
            <p:extLst>
              <p:ext uri="{D42A27DB-BD31-4B8C-83A1-F6EECF244321}">
                <p14:modId xmlns:p14="http://schemas.microsoft.com/office/powerpoint/2010/main" val="1006133032"/>
              </p:ext>
            </p:extLst>
          </p:nvPr>
        </p:nvGraphicFramePr>
        <p:xfrm>
          <a:off x="1484310" y="2088573"/>
          <a:ext cx="10018713" cy="37026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1357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B0EB4-4AD0-251C-D78A-17BF24BBC903}"/>
              </a:ext>
            </a:extLst>
          </p:cNvPr>
          <p:cNvSpPr>
            <a:spLocks noGrp="1"/>
          </p:cNvSpPr>
          <p:nvPr>
            <p:ph type="title"/>
          </p:nvPr>
        </p:nvSpPr>
        <p:spPr/>
        <p:txBody>
          <a:bodyPr/>
          <a:lstStyle/>
          <a:p>
            <a:r>
              <a:rPr lang="en-US" dirty="0"/>
              <a:t>Methods – Relative Age Effect and Gender</a:t>
            </a:r>
            <a:endParaRPr lang="en-GB" dirty="0"/>
          </a:p>
        </p:txBody>
      </p:sp>
      <p:sp>
        <p:nvSpPr>
          <p:cNvPr id="3" name="Content Placeholder 2">
            <a:extLst>
              <a:ext uri="{FF2B5EF4-FFF2-40B4-BE49-F238E27FC236}">
                <a16:creationId xmlns:a16="http://schemas.microsoft.com/office/drawing/2014/main" id="{82BCDE50-CD22-9458-74F8-91DE3EB06D12}"/>
              </a:ext>
            </a:extLst>
          </p:cNvPr>
          <p:cNvSpPr>
            <a:spLocks noGrp="1"/>
          </p:cNvSpPr>
          <p:nvPr>
            <p:ph idx="1"/>
          </p:nvPr>
        </p:nvSpPr>
        <p:spPr>
          <a:xfrm>
            <a:off x="1484311" y="2438399"/>
            <a:ext cx="6059490" cy="3629891"/>
          </a:xfrm>
        </p:spPr>
        <p:txBody>
          <a:bodyPr>
            <a:normAutofit fontScale="92500" lnSpcReduction="10000"/>
          </a:bodyPr>
          <a:lstStyle/>
          <a:p>
            <a:pPr lvl="0">
              <a:buFont typeface="Arial" panose="020B0604020202020204" pitchFamily="34" charset="0"/>
              <a:buChar char="•"/>
            </a:pPr>
            <a:r>
              <a:rPr lang="en-US" dirty="0"/>
              <a:t>Logistic regression models</a:t>
            </a:r>
          </a:p>
          <a:p>
            <a:pPr lvl="1">
              <a:buFont typeface="Arial" panose="020B0604020202020204" pitchFamily="34" charset="0"/>
              <a:buChar char="•"/>
            </a:pPr>
            <a:r>
              <a:rPr lang="en-US" dirty="0"/>
              <a:t>Outcome variable – Selection </a:t>
            </a:r>
          </a:p>
          <a:p>
            <a:pPr lvl="1">
              <a:buFont typeface="Arial" panose="020B0604020202020204" pitchFamily="34" charset="0"/>
              <a:buChar char="•"/>
            </a:pPr>
            <a:r>
              <a:rPr lang="en-US" dirty="0"/>
              <a:t>Prediction variables – Birth quarter, gender, and other relevant variables</a:t>
            </a:r>
          </a:p>
          <a:p>
            <a:pPr lvl="1">
              <a:buFont typeface="Arial" panose="020B0604020202020204" pitchFamily="34" charset="0"/>
              <a:buChar char="•"/>
            </a:pPr>
            <a:r>
              <a:rPr lang="en-US" dirty="0"/>
              <a:t>Possibly including interaction terms with year-group</a:t>
            </a:r>
          </a:p>
          <a:p>
            <a:pPr lvl="0">
              <a:buFont typeface="Arial" panose="020B0604020202020204" pitchFamily="34" charset="0"/>
              <a:buChar char="•"/>
            </a:pPr>
            <a:r>
              <a:rPr lang="en-US" dirty="0"/>
              <a:t>Chi-square tests of independence using data from the general population to see whether birth month distribution in applicants reflects that of the real world</a:t>
            </a:r>
          </a:p>
        </p:txBody>
      </p:sp>
      <p:pic>
        <p:nvPicPr>
          <p:cNvPr id="7" name="Picture 6">
            <a:extLst>
              <a:ext uri="{FF2B5EF4-FFF2-40B4-BE49-F238E27FC236}">
                <a16:creationId xmlns:a16="http://schemas.microsoft.com/office/drawing/2014/main" id="{9A79EB71-9C88-63A2-6512-2990A48A717E}"/>
              </a:ext>
            </a:extLst>
          </p:cNvPr>
          <p:cNvPicPr>
            <a:picLocks noChangeAspect="1"/>
          </p:cNvPicPr>
          <p:nvPr/>
        </p:nvPicPr>
        <p:blipFill>
          <a:blip r:embed="rId3"/>
          <a:srcRect l="34472" t="1549" r="33859" b="46098"/>
          <a:stretch>
            <a:fillRect/>
          </a:stretch>
        </p:blipFill>
        <p:spPr>
          <a:xfrm>
            <a:off x="8177646" y="2438399"/>
            <a:ext cx="3574474" cy="3525550"/>
          </a:xfrm>
          <a:prstGeom prst="rect">
            <a:avLst/>
          </a:prstGeom>
          <a:ln>
            <a:solidFill>
              <a:schemeClr val="tx1"/>
            </a:solidFill>
          </a:ln>
        </p:spPr>
      </p:pic>
    </p:spTree>
    <p:extLst>
      <p:ext uri="{BB962C8B-B14F-4D97-AF65-F5344CB8AC3E}">
        <p14:creationId xmlns:p14="http://schemas.microsoft.com/office/powerpoint/2010/main" val="223574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42073-C685-1BD7-2380-90EB023FB85F}"/>
              </a:ext>
            </a:extLst>
          </p:cNvPr>
          <p:cNvSpPr>
            <a:spLocks noGrp="1"/>
          </p:cNvSpPr>
          <p:nvPr>
            <p:ph type="title"/>
          </p:nvPr>
        </p:nvSpPr>
        <p:spPr/>
        <p:txBody>
          <a:bodyPr/>
          <a:lstStyle/>
          <a:p>
            <a:r>
              <a:rPr lang="en-US" dirty="0"/>
              <a:t>Methods – Geographical Representativeness </a:t>
            </a:r>
            <a:endParaRPr lang="en-GB" dirty="0"/>
          </a:p>
        </p:txBody>
      </p:sp>
      <p:sp>
        <p:nvSpPr>
          <p:cNvPr id="3" name="Content Placeholder 2">
            <a:extLst>
              <a:ext uri="{FF2B5EF4-FFF2-40B4-BE49-F238E27FC236}">
                <a16:creationId xmlns:a16="http://schemas.microsoft.com/office/drawing/2014/main" id="{63896FA7-16D8-5930-90C7-657A25697800}"/>
              </a:ext>
            </a:extLst>
          </p:cNvPr>
          <p:cNvSpPr>
            <a:spLocks noGrp="1"/>
          </p:cNvSpPr>
          <p:nvPr>
            <p:ph idx="1"/>
          </p:nvPr>
        </p:nvSpPr>
        <p:spPr>
          <a:xfrm>
            <a:off x="1484311" y="2666999"/>
            <a:ext cx="4884592" cy="3124201"/>
          </a:xfrm>
        </p:spPr>
        <p:txBody>
          <a:bodyPr>
            <a:normAutofit fontScale="85000" lnSpcReduction="20000"/>
          </a:bodyPr>
          <a:lstStyle/>
          <a:p>
            <a:r>
              <a:rPr lang="en-US" dirty="0"/>
              <a:t>Mapping of proportions of selected applicants in each Lower-Layer Super Output Area (LSOA) code</a:t>
            </a:r>
          </a:p>
          <a:p>
            <a:pPr lvl="1"/>
            <a:r>
              <a:rPr lang="en-US" dirty="0"/>
              <a:t>Issues with the fact that most LSOA codes only one applicant and at most two</a:t>
            </a:r>
          </a:p>
          <a:p>
            <a:r>
              <a:rPr lang="en-US"/>
              <a:t>Upscaling </a:t>
            </a:r>
            <a:r>
              <a:rPr lang="en-US" dirty="0"/>
              <a:t>to Local </a:t>
            </a:r>
            <a:r>
              <a:rPr lang="en-US"/>
              <a:t>Authority Districts and </a:t>
            </a:r>
            <a:r>
              <a:rPr lang="en-US" dirty="0"/>
              <a:t>then Counties/Unitary Districts</a:t>
            </a:r>
          </a:p>
          <a:p>
            <a:r>
              <a:rPr lang="en-US" dirty="0"/>
              <a:t>Visually checking for patterns</a:t>
            </a:r>
          </a:p>
          <a:p>
            <a:r>
              <a:rPr lang="en-US" dirty="0"/>
              <a:t>Will possibly aim  to incorporate population density data later</a:t>
            </a:r>
          </a:p>
        </p:txBody>
      </p:sp>
      <p:pic>
        <p:nvPicPr>
          <p:cNvPr id="7" name="Picture 6">
            <a:extLst>
              <a:ext uri="{FF2B5EF4-FFF2-40B4-BE49-F238E27FC236}">
                <a16:creationId xmlns:a16="http://schemas.microsoft.com/office/drawing/2014/main" id="{0198DE39-7E84-DF35-10B4-286FC06BC3D4}"/>
              </a:ext>
            </a:extLst>
          </p:cNvPr>
          <p:cNvPicPr>
            <a:picLocks noChangeAspect="1"/>
          </p:cNvPicPr>
          <p:nvPr/>
        </p:nvPicPr>
        <p:blipFill>
          <a:blip r:embed="rId3"/>
          <a:srcRect l="19799" r="19762" b="1272"/>
          <a:stretch>
            <a:fillRect/>
          </a:stretch>
        </p:blipFill>
        <p:spPr>
          <a:xfrm>
            <a:off x="7097393" y="2130437"/>
            <a:ext cx="4307893" cy="4197324"/>
          </a:xfrm>
          <a:prstGeom prst="rect">
            <a:avLst/>
          </a:prstGeom>
          <a:ln>
            <a:solidFill>
              <a:schemeClr val="tx1"/>
            </a:solidFill>
          </a:ln>
        </p:spPr>
      </p:pic>
    </p:spTree>
    <p:extLst>
      <p:ext uri="{BB962C8B-B14F-4D97-AF65-F5344CB8AC3E}">
        <p14:creationId xmlns:p14="http://schemas.microsoft.com/office/powerpoint/2010/main" val="31821234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12a5d77-fb98-4eee-af32-1334d8f04a53}" enabled="0" method="" siteId="{912a5d77-fb98-4eee-af32-1334d8f04a53}" removed="1"/>
</clbl:labelList>
</file>

<file path=docProps/app.xml><?xml version="1.0" encoding="utf-8"?>
<Properties xmlns="http://schemas.openxmlformats.org/officeDocument/2006/extended-properties" xmlns:vt="http://schemas.openxmlformats.org/officeDocument/2006/docPropsVTypes">
  <Template>TM03457496[[fn=Parallax]]</Template>
  <TotalTime>0</TotalTime>
  <Words>1160</Words>
  <Application>Microsoft Office PowerPoint</Application>
  <PresentationFormat>Widescreen</PresentationFormat>
  <Paragraphs>54</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Corbel</vt:lpstr>
      <vt:lpstr>Parallax</vt:lpstr>
      <vt:lpstr>To What Extent Are ‘Selection Biases’ Present in the Recruitment of Adolescent Track and Field Athletes Onto a Youth Talent Programme Between 2021 and 2025? </vt:lpstr>
      <vt:lpstr>Outline of Project</vt:lpstr>
      <vt:lpstr>Selection Biases of Interest</vt:lpstr>
      <vt:lpstr>Methods – Relative Age Effect and Gender</vt:lpstr>
      <vt:lpstr>Methods – Geographical Representativeness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Marsh, Liz</dc:creator>
  <cp:lastModifiedBy>Marsh, Liz</cp:lastModifiedBy>
  <cp:revision>1</cp:revision>
  <dcterms:created xsi:type="dcterms:W3CDTF">2026-06-15T13:57:09Z</dcterms:created>
  <dcterms:modified xsi:type="dcterms:W3CDTF">2026-06-30T12:23:42Z</dcterms:modified>
</cp:coreProperties>
</file>